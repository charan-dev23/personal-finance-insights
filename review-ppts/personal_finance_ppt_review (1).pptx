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0693400" cy="6019800"/>
  <p:notesSz cx="10693400" cy="6019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69B127-2697-4A5C-B9EE-DBAFAE7C8429}" v="2" dt="2026-09-26T05:22:19.74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5" d="100"/>
          <a:sy n="125" d="100"/>
        </p:scale>
        <p:origin x="588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an Y" userId="7fb8de6fd3dd19c2" providerId="LiveId" clId="{FE83302D-9DBA-4F9D-9A2F-11913D553675}"/>
    <pc:docChg chg="modSld">
      <pc:chgData name="charan Y" userId="7fb8de6fd3dd19c2" providerId="LiveId" clId="{FE83302D-9DBA-4F9D-9A2F-11913D553675}" dt="2026-09-29T12:31:54.558" v="91" actId="1076"/>
      <pc:docMkLst>
        <pc:docMk/>
      </pc:docMkLst>
      <pc:sldChg chg="modSp mod">
        <pc:chgData name="charan Y" userId="7fb8de6fd3dd19c2" providerId="LiveId" clId="{FE83302D-9DBA-4F9D-9A2F-11913D553675}" dt="2026-09-29T12:31:54.558" v="91" actId="1076"/>
        <pc:sldMkLst>
          <pc:docMk/>
          <pc:sldMk cId="0" sldId="256"/>
        </pc:sldMkLst>
        <pc:spChg chg="mod">
          <ac:chgData name="charan Y" userId="7fb8de6fd3dd19c2" providerId="LiveId" clId="{FE83302D-9DBA-4F9D-9A2F-11913D553675}" dt="2026-09-29T12:31:54.558" v="91" actId="1076"/>
          <ac:spMkLst>
            <pc:docMk/>
            <pc:sldMk cId="0" sldId="256"/>
            <ac:spMk id="16" creationId="{00000000-0000-0000-0000-000000000000}"/>
          </ac:spMkLst>
        </pc:spChg>
      </pc:sldChg>
      <pc:sldChg chg="modSp mod">
        <pc:chgData name="charan Y" userId="7fb8de6fd3dd19c2" providerId="LiveId" clId="{FE83302D-9DBA-4F9D-9A2F-11913D553675}" dt="2026-09-26T05:23:18.570" v="88" actId="20577"/>
        <pc:sldMkLst>
          <pc:docMk/>
          <pc:sldMk cId="0" sldId="257"/>
        </pc:sldMkLst>
        <pc:spChg chg="mod">
          <ac:chgData name="charan Y" userId="7fb8de6fd3dd19c2" providerId="LiveId" clId="{FE83302D-9DBA-4F9D-9A2F-11913D553675}" dt="2026-09-26T05:23:18.570" v="88" actId="20577"/>
          <ac:spMkLst>
            <pc:docMk/>
            <pc:sldMk cId="0" sldId="257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1866138"/>
            <a:ext cx="9089390" cy="12641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1">
                <a:solidFill>
                  <a:srgbClr val="1B2A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3371088"/>
            <a:ext cx="7485380" cy="1504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B6B6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69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34542" y="2057679"/>
            <a:ext cx="1550035" cy="381000"/>
          </a:xfrm>
          <a:custGeom>
            <a:avLst/>
            <a:gdLst/>
            <a:ahLst/>
            <a:cxnLst/>
            <a:rect l="l" t="t" r="r" b="b"/>
            <a:pathLst>
              <a:path w="1550035" h="381000">
                <a:moveTo>
                  <a:pt x="268147" y="121691"/>
                </a:moveTo>
                <a:lnTo>
                  <a:pt x="258064" y="70942"/>
                </a:lnTo>
                <a:lnTo>
                  <a:pt x="229387" y="34290"/>
                </a:lnTo>
                <a:lnTo>
                  <a:pt x="215506" y="24841"/>
                </a:lnTo>
                <a:lnTo>
                  <a:pt x="215506" y="123126"/>
                </a:lnTo>
                <a:lnTo>
                  <a:pt x="214147" y="139700"/>
                </a:lnTo>
                <a:lnTo>
                  <a:pt x="193725" y="175653"/>
                </a:lnTo>
                <a:lnTo>
                  <a:pt x="147599" y="191706"/>
                </a:lnTo>
                <a:lnTo>
                  <a:pt x="126238" y="192773"/>
                </a:lnTo>
                <a:lnTo>
                  <a:pt x="50977" y="192773"/>
                </a:lnTo>
                <a:lnTo>
                  <a:pt x="50977" y="53606"/>
                </a:lnTo>
                <a:lnTo>
                  <a:pt x="133057" y="53606"/>
                </a:lnTo>
                <a:lnTo>
                  <a:pt x="182549" y="63500"/>
                </a:lnTo>
                <a:lnTo>
                  <a:pt x="210210" y="92976"/>
                </a:lnTo>
                <a:lnTo>
                  <a:pt x="215506" y="123126"/>
                </a:lnTo>
                <a:lnTo>
                  <a:pt x="215506" y="24841"/>
                </a:lnTo>
                <a:lnTo>
                  <a:pt x="171589" y="8890"/>
                </a:lnTo>
                <a:lnTo>
                  <a:pt x="137972" y="5740"/>
                </a:lnTo>
                <a:lnTo>
                  <a:pt x="0" y="5740"/>
                </a:lnTo>
                <a:lnTo>
                  <a:pt x="0" y="375361"/>
                </a:lnTo>
                <a:lnTo>
                  <a:pt x="50977" y="375361"/>
                </a:lnTo>
                <a:lnTo>
                  <a:pt x="50977" y="241706"/>
                </a:lnTo>
                <a:lnTo>
                  <a:pt x="131622" y="241236"/>
                </a:lnTo>
                <a:lnTo>
                  <a:pt x="184746" y="233781"/>
                </a:lnTo>
                <a:lnTo>
                  <a:pt x="228219" y="212153"/>
                </a:lnTo>
                <a:lnTo>
                  <a:pt x="246583" y="192773"/>
                </a:lnTo>
                <a:lnTo>
                  <a:pt x="249732" y="188823"/>
                </a:lnTo>
                <a:lnTo>
                  <a:pt x="257784" y="174485"/>
                </a:lnTo>
                <a:lnTo>
                  <a:pt x="263550" y="158521"/>
                </a:lnTo>
                <a:lnTo>
                  <a:pt x="267004" y="140919"/>
                </a:lnTo>
                <a:lnTo>
                  <a:pt x="267081" y="139700"/>
                </a:lnTo>
                <a:lnTo>
                  <a:pt x="268147" y="121691"/>
                </a:lnTo>
                <a:close/>
              </a:path>
              <a:path w="1550035" h="381000">
                <a:moveTo>
                  <a:pt x="557669" y="6121"/>
                </a:moveTo>
                <a:lnTo>
                  <a:pt x="311899" y="6121"/>
                </a:lnTo>
                <a:lnTo>
                  <a:pt x="311899" y="53111"/>
                </a:lnTo>
                <a:lnTo>
                  <a:pt x="311899" y="157251"/>
                </a:lnTo>
                <a:lnTo>
                  <a:pt x="311899" y="205511"/>
                </a:lnTo>
                <a:lnTo>
                  <a:pt x="311899" y="327431"/>
                </a:lnTo>
                <a:lnTo>
                  <a:pt x="311899" y="375691"/>
                </a:lnTo>
                <a:lnTo>
                  <a:pt x="557669" y="375691"/>
                </a:lnTo>
                <a:lnTo>
                  <a:pt x="557669" y="327431"/>
                </a:lnTo>
                <a:lnTo>
                  <a:pt x="363588" y="327431"/>
                </a:lnTo>
                <a:lnTo>
                  <a:pt x="363588" y="205511"/>
                </a:lnTo>
                <a:lnTo>
                  <a:pt x="543547" y="205511"/>
                </a:lnTo>
                <a:lnTo>
                  <a:pt x="543547" y="157251"/>
                </a:lnTo>
                <a:lnTo>
                  <a:pt x="363588" y="157251"/>
                </a:lnTo>
                <a:lnTo>
                  <a:pt x="363588" y="53111"/>
                </a:lnTo>
                <a:lnTo>
                  <a:pt x="557669" y="53111"/>
                </a:lnTo>
                <a:lnTo>
                  <a:pt x="557669" y="6121"/>
                </a:lnTo>
                <a:close/>
              </a:path>
              <a:path w="1550035" h="381000">
                <a:moveTo>
                  <a:pt x="875995" y="375361"/>
                </a:moveTo>
                <a:lnTo>
                  <a:pt x="857338" y="295554"/>
                </a:lnTo>
                <a:lnTo>
                  <a:pt x="855776" y="288620"/>
                </a:lnTo>
                <a:lnTo>
                  <a:pt x="852474" y="276123"/>
                </a:lnTo>
                <a:lnTo>
                  <a:pt x="837704" y="235610"/>
                </a:lnTo>
                <a:lnTo>
                  <a:pt x="827913" y="220052"/>
                </a:lnTo>
                <a:lnTo>
                  <a:pt x="827417" y="219329"/>
                </a:lnTo>
                <a:lnTo>
                  <a:pt x="792403" y="198018"/>
                </a:lnTo>
                <a:lnTo>
                  <a:pt x="797229" y="197561"/>
                </a:lnTo>
                <a:lnTo>
                  <a:pt x="834301" y="184962"/>
                </a:lnTo>
                <a:lnTo>
                  <a:pt x="861339" y="147599"/>
                </a:lnTo>
                <a:lnTo>
                  <a:pt x="866546" y="112356"/>
                </a:lnTo>
                <a:lnTo>
                  <a:pt x="865441" y="95605"/>
                </a:lnTo>
                <a:lnTo>
                  <a:pt x="849058" y="53606"/>
                </a:lnTo>
                <a:lnTo>
                  <a:pt x="815860" y="23901"/>
                </a:lnTo>
                <a:lnTo>
                  <a:pt x="814374" y="23202"/>
                </a:lnTo>
                <a:lnTo>
                  <a:pt x="814374" y="113792"/>
                </a:lnTo>
                <a:lnTo>
                  <a:pt x="813079" y="128308"/>
                </a:lnTo>
                <a:lnTo>
                  <a:pt x="782243" y="164630"/>
                </a:lnTo>
                <a:lnTo>
                  <a:pt x="736841" y="172313"/>
                </a:lnTo>
                <a:lnTo>
                  <a:pt x="652475" y="172313"/>
                </a:lnTo>
                <a:lnTo>
                  <a:pt x="652475" y="53606"/>
                </a:lnTo>
                <a:lnTo>
                  <a:pt x="733844" y="53606"/>
                </a:lnTo>
                <a:lnTo>
                  <a:pt x="781278" y="61620"/>
                </a:lnTo>
                <a:lnTo>
                  <a:pt x="813041" y="99034"/>
                </a:lnTo>
                <a:lnTo>
                  <a:pt x="814374" y="113792"/>
                </a:lnTo>
                <a:lnTo>
                  <a:pt x="814374" y="23202"/>
                </a:lnTo>
                <a:lnTo>
                  <a:pt x="771004" y="8648"/>
                </a:lnTo>
                <a:lnTo>
                  <a:pt x="736841" y="5740"/>
                </a:lnTo>
                <a:lnTo>
                  <a:pt x="601510" y="5740"/>
                </a:lnTo>
                <a:lnTo>
                  <a:pt x="601510" y="375361"/>
                </a:lnTo>
                <a:lnTo>
                  <a:pt x="652475" y="375361"/>
                </a:lnTo>
                <a:lnTo>
                  <a:pt x="652475" y="220052"/>
                </a:lnTo>
                <a:lnTo>
                  <a:pt x="732409" y="220052"/>
                </a:lnTo>
                <a:lnTo>
                  <a:pt x="771499" y="231025"/>
                </a:lnTo>
                <a:lnTo>
                  <a:pt x="797179" y="270878"/>
                </a:lnTo>
                <a:lnTo>
                  <a:pt x="822515" y="375361"/>
                </a:lnTo>
                <a:lnTo>
                  <a:pt x="875995" y="375361"/>
                </a:lnTo>
                <a:close/>
              </a:path>
              <a:path w="1550035" h="381000">
                <a:moveTo>
                  <a:pt x="1178331" y="269595"/>
                </a:moveTo>
                <a:lnTo>
                  <a:pt x="1167561" y="222808"/>
                </a:lnTo>
                <a:lnTo>
                  <a:pt x="1137526" y="193611"/>
                </a:lnTo>
                <a:lnTo>
                  <a:pt x="1101902" y="177876"/>
                </a:lnTo>
                <a:lnTo>
                  <a:pt x="1028763" y="154482"/>
                </a:lnTo>
                <a:lnTo>
                  <a:pt x="1013460" y="149186"/>
                </a:lnTo>
                <a:lnTo>
                  <a:pt x="977214" y="126009"/>
                </a:lnTo>
                <a:lnTo>
                  <a:pt x="970000" y="102069"/>
                </a:lnTo>
                <a:lnTo>
                  <a:pt x="970495" y="95021"/>
                </a:lnTo>
                <a:lnTo>
                  <a:pt x="994206" y="59842"/>
                </a:lnTo>
                <a:lnTo>
                  <a:pt x="1042162" y="48463"/>
                </a:lnTo>
                <a:lnTo>
                  <a:pt x="1058354" y="49517"/>
                </a:lnTo>
                <a:lnTo>
                  <a:pt x="1097318" y="65341"/>
                </a:lnTo>
                <a:lnTo>
                  <a:pt x="1121397" y="99390"/>
                </a:lnTo>
                <a:lnTo>
                  <a:pt x="1125918" y="114630"/>
                </a:lnTo>
                <a:lnTo>
                  <a:pt x="1173302" y="101346"/>
                </a:lnTo>
                <a:lnTo>
                  <a:pt x="1155153" y="54279"/>
                </a:lnTo>
                <a:lnTo>
                  <a:pt x="1125613" y="24257"/>
                </a:lnTo>
                <a:lnTo>
                  <a:pt x="1087412" y="6692"/>
                </a:lnTo>
                <a:lnTo>
                  <a:pt x="1044308" y="838"/>
                </a:lnTo>
                <a:lnTo>
                  <a:pt x="1024470" y="1727"/>
                </a:lnTo>
                <a:lnTo>
                  <a:pt x="974432" y="15074"/>
                </a:lnTo>
                <a:lnTo>
                  <a:pt x="939787" y="41579"/>
                </a:lnTo>
                <a:lnTo>
                  <a:pt x="921245" y="77330"/>
                </a:lnTo>
                <a:lnTo>
                  <a:pt x="917714" y="103860"/>
                </a:lnTo>
                <a:lnTo>
                  <a:pt x="919035" y="120954"/>
                </a:lnTo>
                <a:lnTo>
                  <a:pt x="938898" y="161899"/>
                </a:lnTo>
                <a:lnTo>
                  <a:pt x="980668" y="189407"/>
                </a:lnTo>
                <a:lnTo>
                  <a:pt x="1056043" y="214312"/>
                </a:lnTo>
                <a:lnTo>
                  <a:pt x="1069314" y="218770"/>
                </a:lnTo>
                <a:lnTo>
                  <a:pt x="1105865" y="234950"/>
                </a:lnTo>
                <a:lnTo>
                  <a:pt x="1126159" y="262051"/>
                </a:lnTo>
                <a:lnTo>
                  <a:pt x="1126159" y="271386"/>
                </a:lnTo>
                <a:lnTo>
                  <a:pt x="1111999" y="308152"/>
                </a:lnTo>
                <a:lnTo>
                  <a:pt x="1071499" y="329412"/>
                </a:lnTo>
                <a:lnTo>
                  <a:pt x="1048854" y="331457"/>
                </a:lnTo>
                <a:lnTo>
                  <a:pt x="1031519" y="330415"/>
                </a:lnTo>
                <a:lnTo>
                  <a:pt x="989025" y="314820"/>
                </a:lnTo>
                <a:lnTo>
                  <a:pt x="962355" y="278180"/>
                </a:lnTo>
                <a:lnTo>
                  <a:pt x="957326" y="260858"/>
                </a:lnTo>
                <a:lnTo>
                  <a:pt x="906462" y="275691"/>
                </a:lnTo>
                <a:lnTo>
                  <a:pt x="924864" y="322808"/>
                </a:lnTo>
                <a:lnTo>
                  <a:pt x="956602" y="355269"/>
                </a:lnTo>
                <a:lnTo>
                  <a:pt x="998639" y="374015"/>
                </a:lnTo>
                <a:lnTo>
                  <a:pt x="1047902" y="380276"/>
                </a:lnTo>
                <a:lnTo>
                  <a:pt x="1066596" y="379387"/>
                </a:lnTo>
                <a:lnTo>
                  <a:pt x="1115872" y="366153"/>
                </a:lnTo>
                <a:lnTo>
                  <a:pt x="1152791" y="338709"/>
                </a:lnTo>
                <a:lnTo>
                  <a:pt x="1174203" y="299808"/>
                </a:lnTo>
                <a:lnTo>
                  <a:pt x="1177302" y="285102"/>
                </a:lnTo>
                <a:lnTo>
                  <a:pt x="1178331" y="269595"/>
                </a:lnTo>
                <a:close/>
              </a:path>
              <a:path w="1550035" h="381000">
                <a:moveTo>
                  <a:pt x="1550035" y="188226"/>
                </a:moveTo>
                <a:lnTo>
                  <a:pt x="1545069" y="138620"/>
                </a:lnTo>
                <a:lnTo>
                  <a:pt x="1530172" y="93332"/>
                </a:lnTo>
                <a:lnTo>
                  <a:pt x="1505800" y="54686"/>
                </a:lnTo>
                <a:lnTo>
                  <a:pt x="1500403" y="49187"/>
                </a:lnTo>
                <a:lnTo>
                  <a:pt x="1497863" y="46596"/>
                </a:lnTo>
                <a:lnTo>
                  <a:pt x="1497863" y="188226"/>
                </a:lnTo>
                <a:lnTo>
                  <a:pt x="1497025" y="208775"/>
                </a:lnTo>
                <a:lnTo>
                  <a:pt x="1484464" y="262890"/>
                </a:lnTo>
                <a:lnTo>
                  <a:pt x="1457401" y="303301"/>
                </a:lnTo>
                <a:lnTo>
                  <a:pt x="1416710" y="326910"/>
                </a:lnTo>
                <a:lnTo>
                  <a:pt x="1382877" y="331457"/>
                </a:lnTo>
                <a:lnTo>
                  <a:pt x="1364996" y="330314"/>
                </a:lnTo>
                <a:lnTo>
                  <a:pt x="1365161" y="330314"/>
                </a:lnTo>
                <a:lnTo>
                  <a:pt x="1348638" y="326910"/>
                </a:lnTo>
                <a:lnTo>
                  <a:pt x="1348765" y="326910"/>
                </a:lnTo>
                <a:lnTo>
                  <a:pt x="1333944" y="321360"/>
                </a:lnTo>
                <a:lnTo>
                  <a:pt x="1320292" y="313499"/>
                </a:lnTo>
                <a:lnTo>
                  <a:pt x="1288465" y="278320"/>
                </a:lnTo>
                <a:lnTo>
                  <a:pt x="1270787" y="228066"/>
                </a:lnTo>
                <a:lnTo>
                  <a:pt x="1267409" y="188226"/>
                </a:lnTo>
                <a:lnTo>
                  <a:pt x="1268247" y="168656"/>
                </a:lnTo>
                <a:lnTo>
                  <a:pt x="1280934" y="116433"/>
                </a:lnTo>
                <a:lnTo>
                  <a:pt x="1308201" y="76746"/>
                </a:lnTo>
                <a:lnTo>
                  <a:pt x="1348917" y="53644"/>
                </a:lnTo>
                <a:lnTo>
                  <a:pt x="1382877" y="49187"/>
                </a:lnTo>
                <a:lnTo>
                  <a:pt x="1400441" y="50292"/>
                </a:lnTo>
                <a:lnTo>
                  <a:pt x="1444980" y="67005"/>
                </a:lnTo>
                <a:lnTo>
                  <a:pt x="1476705" y="101447"/>
                </a:lnTo>
                <a:lnTo>
                  <a:pt x="1494459" y="150177"/>
                </a:lnTo>
                <a:lnTo>
                  <a:pt x="1497863" y="188226"/>
                </a:lnTo>
                <a:lnTo>
                  <a:pt x="1497863" y="46596"/>
                </a:lnTo>
                <a:lnTo>
                  <a:pt x="1452511" y="14135"/>
                </a:lnTo>
                <a:lnTo>
                  <a:pt x="1407769" y="1574"/>
                </a:lnTo>
                <a:lnTo>
                  <a:pt x="1382877" y="0"/>
                </a:lnTo>
                <a:lnTo>
                  <a:pt x="1357769" y="1574"/>
                </a:lnTo>
                <a:lnTo>
                  <a:pt x="1312722" y="14135"/>
                </a:lnTo>
                <a:lnTo>
                  <a:pt x="1274876" y="38798"/>
                </a:lnTo>
                <a:lnTo>
                  <a:pt x="1245857" y="72783"/>
                </a:lnTo>
                <a:lnTo>
                  <a:pt x="1245793" y="72923"/>
                </a:lnTo>
                <a:lnTo>
                  <a:pt x="1234744" y="93091"/>
                </a:lnTo>
                <a:lnTo>
                  <a:pt x="1234643" y="93332"/>
                </a:lnTo>
                <a:lnTo>
                  <a:pt x="1225994" y="115112"/>
                </a:lnTo>
                <a:lnTo>
                  <a:pt x="1225918" y="115430"/>
                </a:lnTo>
                <a:lnTo>
                  <a:pt x="1219758" y="138328"/>
                </a:lnTo>
                <a:lnTo>
                  <a:pt x="1219708" y="138620"/>
                </a:lnTo>
                <a:lnTo>
                  <a:pt x="1216012" y="162737"/>
                </a:lnTo>
                <a:lnTo>
                  <a:pt x="1215999" y="162928"/>
                </a:lnTo>
                <a:lnTo>
                  <a:pt x="1214767" y="188226"/>
                </a:lnTo>
                <a:lnTo>
                  <a:pt x="1215986" y="214693"/>
                </a:lnTo>
                <a:lnTo>
                  <a:pt x="1225867" y="263563"/>
                </a:lnTo>
                <a:lnTo>
                  <a:pt x="1245514" y="306806"/>
                </a:lnTo>
                <a:lnTo>
                  <a:pt x="1274419" y="341388"/>
                </a:lnTo>
                <a:lnTo>
                  <a:pt x="1312265" y="366356"/>
                </a:lnTo>
                <a:lnTo>
                  <a:pt x="1357566" y="379044"/>
                </a:lnTo>
                <a:lnTo>
                  <a:pt x="1382877" y="380631"/>
                </a:lnTo>
                <a:lnTo>
                  <a:pt x="1407972" y="379044"/>
                </a:lnTo>
                <a:lnTo>
                  <a:pt x="1452968" y="366356"/>
                </a:lnTo>
                <a:lnTo>
                  <a:pt x="1490776" y="341388"/>
                </a:lnTo>
                <a:lnTo>
                  <a:pt x="1500352" y="331457"/>
                </a:lnTo>
                <a:lnTo>
                  <a:pt x="1506359" y="325234"/>
                </a:lnTo>
                <a:lnTo>
                  <a:pt x="1530527" y="286105"/>
                </a:lnTo>
                <a:lnTo>
                  <a:pt x="1545158" y="239763"/>
                </a:lnTo>
                <a:lnTo>
                  <a:pt x="1548815" y="214693"/>
                </a:lnTo>
                <a:lnTo>
                  <a:pt x="1550035" y="188226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438552" y="2063419"/>
            <a:ext cx="936625" cy="370205"/>
          </a:xfrm>
          <a:custGeom>
            <a:avLst/>
            <a:gdLst/>
            <a:ahLst/>
            <a:cxnLst/>
            <a:rect l="l" t="t" r="r" b="b"/>
            <a:pathLst>
              <a:path w="936625" h="370205">
                <a:moveTo>
                  <a:pt x="292684" y="0"/>
                </a:moveTo>
                <a:lnTo>
                  <a:pt x="240995" y="0"/>
                </a:lnTo>
                <a:lnTo>
                  <a:pt x="247167" y="321830"/>
                </a:lnTo>
                <a:lnTo>
                  <a:pt x="95237" y="43205"/>
                </a:lnTo>
                <a:lnTo>
                  <a:pt x="71678" y="0"/>
                </a:lnTo>
                <a:lnTo>
                  <a:pt x="0" y="0"/>
                </a:lnTo>
                <a:lnTo>
                  <a:pt x="0" y="369620"/>
                </a:lnTo>
                <a:lnTo>
                  <a:pt x="50977" y="369620"/>
                </a:lnTo>
                <a:lnTo>
                  <a:pt x="45046" y="46342"/>
                </a:lnTo>
                <a:lnTo>
                  <a:pt x="221373" y="369620"/>
                </a:lnTo>
                <a:lnTo>
                  <a:pt x="292684" y="369620"/>
                </a:lnTo>
                <a:lnTo>
                  <a:pt x="292684" y="324396"/>
                </a:lnTo>
                <a:lnTo>
                  <a:pt x="292684" y="0"/>
                </a:lnTo>
                <a:close/>
              </a:path>
              <a:path w="936625" h="370205">
                <a:moveTo>
                  <a:pt x="670433" y="369620"/>
                </a:moveTo>
                <a:lnTo>
                  <a:pt x="629272" y="263855"/>
                </a:lnTo>
                <a:lnTo>
                  <a:pt x="610743" y="216230"/>
                </a:lnTo>
                <a:lnTo>
                  <a:pt x="559346" y="84150"/>
                </a:lnTo>
                <a:lnTo>
                  <a:pt x="559346" y="216230"/>
                </a:lnTo>
                <a:lnTo>
                  <a:pt x="437045" y="216230"/>
                </a:lnTo>
                <a:lnTo>
                  <a:pt x="497941" y="46697"/>
                </a:lnTo>
                <a:lnTo>
                  <a:pt x="559346" y="216230"/>
                </a:lnTo>
                <a:lnTo>
                  <a:pt x="559346" y="84150"/>
                </a:lnTo>
                <a:lnTo>
                  <a:pt x="544068" y="44881"/>
                </a:lnTo>
                <a:lnTo>
                  <a:pt x="526605" y="0"/>
                </a:lnTo>
                <a:lnTo>
                  <a:pt x="469760" y="0"/>
                </a:lnTo>
                <a:lnTo>
                  <a:pt x="326174" y="369620"/>
                </a:lnTo>
                <a:lnTo>
                  <a:pt x="381939" y="369620"/>
                </a:lnTo>
                <a:lnTo>
                  <a:pt x="419938" y="263855"/>
                </a:lnTo>
                <a:lnTo>
                  <a:pt x="576592" y="263855"/>
                </a:lnTo>
                <a:lnTo>
                  <a:pt x="614908" y="369620"/>
                </a:lnTo>
                <a:lnTo>
                  <a:pt x="670433" y="369620"/>
                </a:lnTo>
                <a:close/>
              </a:path>
              <a:path w="936625" h="370205">
                <a:moveTo>
                  <a:pt x="936040" y="321691"/>
                </a:moveTo>
                <a:lnTo>
                  <a:pt x="752729" y="321691"/>
                </a:lnTo>
                <a:lnTo>
                  <a:pt x="752729" y="381"/>
                </a:lnTo>
                <a:lnTo>
                  <a:pt x="701751" y="381"/>
                </a:lnTo>
                <a:lnTo>
                  <a:pt x="701751" y="321691"/>
                </a:lnTo>
                <a:lnTo>
                  <a:pt x="701751" y="369951"/>
                </a:lnTo>
                <a:lnTo>
                  <a:pt x="936040" y="369951"/>
                </a:lnTo>
                <a:lnTo>
                  <a:pt x="936040" y="321691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541306" y="2063800"/>
            <a:ext cx="239395" cy="369570"/>
          </a:xfrm>
          <a:custGeom>
            <a:avLst/>
            <a:gdLst/>
            <a:ahLst/>
            <a:cxnLst/>
            <a:rect l="l" t="t" r="r" b="b"/>
            <a:pathLst>
              <a:path w="239395" h="369569">
                <a:moveTo>
                  <a:pt x="239318" y="0"/>
                </a:moveTo>
                <a:lnTo>
                  <a:pt x="0" y="0"/>
                </a:lnTo>
                <a:lnTo>
                  <a:pt x="0" y="46990"/>
                </a:lnTo>
                <a:lnTo>
                  <a:pt x="0" y="160020"/>
                </a:lnTo>
                <a:lnTo>
                  <a:pt x="0" y="207010"/>
                </a:lnTo>
                <a:lnTo>
                  <a:pt x="0" y="369570"/>
                </a:lnTo>
                <a:lnTo>
                  <a:pt x="50977" y="369570"/>
                </a:lnTo>
                <a:lnTo>
                  <a:pt x="50977" y="207010"/>
                </a:lnTo>
                <a:lnTo>
                  <a:pt x="224129" y="207010"/>
                </a:lnTo>
                <a:lnTo>
                  <a:pt x="224129" y="160020"/>
                </a:lnTo>
                <a:lnTo>
                  <a:pt x="50977" y="160020"/>
                </a:lnTo>
                <a:lnTo>
                  <a:pt x="50977" y="46990"/>
                </a:lnTo>
                <a:lnTo>
                  <a:pt x="239318" y="46990"/>
                </a:lnTo>
                <a:lnTo>
                  <a:pt x="239318" y="0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830931" y="2063419"/>
            <a:ext cx="51435" cy="370205"/>
          </a:xfrm>
          <a:custGeom>
            <a:avLst/>
            <a:gdLst/>
            <a:ahLst/>
            <a:cxnLst/>
            <a:rect l="l" t="t" r="r" b="b"/>
            <a:pathLst>
              <a:path w="51435" h="370205">
                <a:moveTo>
                  <a:pt x="50973" y="369619"/>
                </a:moveTo>
                <a:lnTo>
                  <a:pt x="0" y="369619"/>
                </a:lnTo>
                <a:lnTo>
                  <a:pt x="0" y="0"/>
                </a:lnTo>
                <a:lnTo>
                  <a:pt x="50973" y="0"/>
                </a:lnTo>
                <a:lnTo>
                  <a:pt x="50973" y="369619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942308" y="2063419"/>
            <a:ext cx="995044" cy="370205"/>
          </a:xfrm>
          <a:custGeom>
            <a:avLst/>
            <a:gdLst/>
            <a:ahLst/>
            <a:cxnLst/>
            <a:rect l="l" t="t" r="r" b="b"/>
            <a:pathLst>
              <a:path w="995045" h="370205">
                <a:moveTo>
                  <a:pt x="292684" y="0"/>
                </a:moveTo>
                <a:lnTo>
                  <a:pt x="240995" y="0"/>
                </a:lnTo>
                <a:lnTo>
                  <a:pt x="247167" y="321830"/>
                </a:lnTo>
                <a:lnTo>
                  <a:pt x="95237" y="43205"/>
                </a:lnTo>
                <a:lnTo>
                  <a:pt x="71678" y="0"/>
                </a:lnTo>
                <a:lnTo>
                  <a:pt x="0" y="0"/>
                </a:lnTo>
                <a:lnTo>
                  <a:pt x="0" y="369620"/>
                </a:lnTo>
                <a:lnTo>
                  <a:pt x="50977" y="369620"/>
                </a:lnTo>
                <a:lnTo>
                  <a:pt x="45059" y="46342"/>
                </a:lnTo>
                <a:lnTo>
                  <a:pt x="221373" y="369620"/>
                </a:lnTo>
                <a:lnTo>
                  <a:pt x="292684" y="369620"/>
                </a:lnTo>
                <a:lnTo>
                  <a:pt x="292684" y="324396"/>
                </a:lnTo>
                <a:lnTo>
                  <a:pt x="292684" y="0"/>
                </a:lnTo>
                <a:close/>
              </a:path>
              <a:path w="995045" h="370205">
                <a:moveTo>
                  <a:pt x="670433" y="369620"/>
                </a:moveTo>
                <a:lnTo>
                  <a:pt x="629272" y="263855"/>
                </a:lnTo>
                <a:lnTo>
                  <a:pt x="610743" y="216230"/>
                </a:lnTo>
                <a:lnTo>
                  <a:pt x="559346" y="84150"/>
                </a:lnTo>
                <a:lnTo>
                  <a:pt x="559346" y="216230"/>
                </a:lnTo>
                <a:lnTo>
                  <a:pt x="437045" y="216230"/>
                </a:lnTo>
                <a:lnTo>
                  <a:pt x="497954" y="46697"/>
                </a:lnTo>
                <a:lnTo>
                  <a:pt x="559346" y="216230"/>
                </a:lnTo>
                <a:lnTo>
                  <a:pt x="559346" y="84150"/>
                </a:lnTo>
                <a:lnTo>
                  <a:pt x="544068" y="44881"/>
                </a:lnTo>
                <a:lnTo>
                  <a:pt x="526605" y="0"/>
                </a:lnTo>
                <a:lnTo>
                  <a:pt x="469773" y="0"/>
                </a:lnTo>
                <a:lnTo>
                  <a:pt x="326174" y="369620"/>
                </a:lnTo>
                <a:lnTo>
                  <a:pt x="381939" y="369620"/>
                </a:lnTo>
                <a:lnTo>
                  <a:pt x="419938" y="263855"/>
                </a:lnTo>
                <a:lnTo>
                  <a:pt x="576592" y="263855"/>
                </a:lnTo>
                <a:lnTo>
                  <a:pt x="614908" y="369620"/>
                </a:lnTo>
                <a:lnTo>
                  <a:pt x="670433" y="369620"/>
                </a:lnTo>
                <a:close/>
              </a:path>
              <a:path w="995045" h="370205">
                <a:moveTo>
                  <a:pt x="994435" y="0"/>
                </a:moveTo>
                <a:lnTo>
                  <a:pt x="942746" y="0"/>
                </a:lnTo>
                <a:lnTo>
                  <a:pt x="948918" y="321830"/>
                </a:lnTo>
                <a:lnTo>
                  <a:pt x="796988" y="43205"/>
                </a:lnTo>
                <a:lnTo>
                  <a:pt x="773430" y="0"/>
                </a:lnTo>
                <a:lnTo>
                  <a:pt x="701763" y="0"/>
                </a:lnTo>
                <a:lnTo>
                  <a:pt x="701763" y="369620"/>
                </a:lnTo>
                <a:lnTo>
                  <a:pt x="752729" y="369620"/>
                </a:lnTo>
                <a:lnTo>
                  <a:pt x="746810" y="46342"/>
                </a:lnTo>
                <a:lnTo>
                  <a:pt x="923124" y="369620"/>
                </a:lnTo>
                <a:lnTo>
                  <a:pt x="994435" y="369620"/>
                </a:lnTo>
                <a:lnTo>
                  <a:pt x="994435" y="324396"/>
                </a:lnTo>
                <a:lnTo>
                  <a:pt x="994435" y="0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989992" y="2057675"/>
            <a:ext cx="321945" cy="381000"/>
          </a:xfrm>
          <a:custGeom>
            <a:avLst/>
            <a:gdLst/>
            <a:ahLst/>
            <a:cxnLst/>
            <a:rect l="l" t="t" r="r" b="b"/>
            <a:pathLst>
              <a:path w="321945" h="381000">
                <a:moveTo>
                  <a:pt x="169553" y="380628"/>
                </a:moveTo>
                <a:lnTo>
                  <a:pt x="121242" y="374615"/>
                </a:lnTo>
                <a:lnTo>
                  <a:pt x="79452" y="356577"/>
                </a:lnTo>
                <a:lnTo>
                  <a:pt x="45439" y="327710"/>
                </a:lnTo>
                <a:lnTo>
                  <a:pt x="20461" y="289210"/>
                </a:lnTo>
                <a:lnTo>
                  <a:pt x="5115" y="242424"/>
                </a:lnTo>
                <a:lnTo>
                  <a:pt x="0" y="188938"/>
                </a:lnTo>
                <a:lnTo>
                  <a:pt x="1256" y="162232"/>
                </a:lnTo>
                <a:lnTo>
                  <a:pt x="11307" y="113352"/>
                </a:lnTo>
                <a:lnTo>
                  <a:pt x="31237" y="70926"/>
                </a:lnTo>
                <a:lnTo>
                  <a:pt x="60015" y="37422"/>
                </a:lnTo>
                <a:lnTo>
                  <a:pt x="97236" y="13596"/>
                </a:lnTo>
                <a:lnTo>
                  <a:pt x="141150" y="1510"/>
                </a:lnTo>
                <a:lnTo>
                  <a:pt x="165485" y="0"/>
                </a:lnTo>
                <a:lnTo>
                  <a:pt x="191301" y="1749"/>
                </a:lnTo>
                <a:lnTo>
                  <a:pt x="238804" y="15749"/>
                </a:lnTo>
                <a:lnTo>
                  <a:pt x="279937" y="44086"/>
                </a:lnTo>
                <a:lnTo>
                  <a:pt x="309492" y="88777"/>
                </a:lnTo>
                <a:lnTo>
                  <a:pt x="319603" y="117383"/>
                </a:lnTo>
                <a:lnTo>
                  <a:pt x="273176" y="134015"/>
                </a:lnTo>
                <a:lnTo>
                  <a:pt x="267911" y="118280"/>
                </a:lnTo>
                <a:lnTo>
                  <a:pt x="261809" y="104580"/>
                </a:lnTo>
                <a:lnTo>
                  <a:pt x="229471" y="68144"/>
                </a:lnTo>
                <a:lnTo>
                  <a:pt x="187861" y="51063"/>
                </a:lnTo>
                <a:lnTo>
                  <a:pt x="165605" y="48939"/>
                </a:lnTo>
                <a:lnTo>
                  <a:pt x="148995" y="50016"/>
                </a:lnTo>
                <a:lnTo>
                  <a:pt x="105896" y="66170"/>
                </a:lnTo>
                <a:lnTo>
                  <a:pt x="74239" y="100294"/>
                </a:lnTo>
                <a:lnTo>
                  <a:pt x="56119" y="149660"/>
                </a:lnTo>
                <a:lnTo>
                  <a:pt x="52649" y="188938"/>
                </a:lnTo>
                <a:lnTo>
                  <a:pt x="53524" y="210057"/>
                </a:lnTo>
                <a:lnTo>
                  <a:pt x="60523" y="247988"/>
                </a:lnTo>
                <a:lnTo>
                  <a:pt x="83819" y="293308"/>
                </a:lnTo>
                <a:lnTo>
                  <a:pt x="121459" y="322048"/>
                </a:lnTo>
                <a:lnTo>
                  <a:pt x="172545" y="331808"/>
                </a:lnTo>
                <a:lnTo>
                  <a:pt x="190074" y="330611"/>
                </a:lnTo>
                <a:lnTo>
                  <a:pt x="235484" y="312663"/>
                </a:lnTo>
                <a:lnTo>
                  <a:pt x="267500" y="269698"/>
                </a:lnTo>
                <a:lnTo>
                  <a:pt x="274612" y="249125"/>
                </a:lnTo>
                <a:lnTo>
                  <a:pt x="321876" y="263843"/>
                </a:lnTo>
                <a:lnTo>
                  <a:pt x="298394" y="317808"/>
                </a:lnTo>
                <a:lnTo>
                  <a:pt x="262885" y="353825"/>
                </a:lnTo>
                <a:lnTo>
                  <a:pt x="218852" y="373987"/>
                </a:lnTo>
                <a:lnTo>
                  <a:pt x="194860" y="378997"/>
                </a:lnTo>
                <a:lnTo>
                  <a:pt x="169553" y="380628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5356961" y="2063800"/>
            <a:ext cx="246379" cy="369570"/>
          </a:xfrm>
          <a:custGeom>
            <a:avLst/>
            <a:gdLst/>
            <a:ahLst/>
            <a:cxnLst/>
            <a:rect l="l" t="t" r="r" b="b"/>
            <a:pathLst>
              <a:path w="246379" h="369569">
                <a:moveTo>
                  <a:pt x="245770" y="0"/>
                </a:moveTo>
                <a:lnTo>
                  <a:pt x="0" y="0"/>
                </a:lnTo>
                <a:lnTo>
                  <a:pt x="0" y="46990"/>
                </a:lnTo>
                <a:lnTo>
                  <a:pt x="0" y="151130"/>
                </a:lnTo>
                <a:lnTo>
                  <a:pt x="0" y="199390"/>
                </a:lnTo>
                <a:lnTo>
                  <a:pt x="0" y="321310"/>
                </a:lnTo>
                <a:lnTo>
                  <a:pt x="0" y="369570"/>
                </a:lnTo>
                <a:lnTo>
                  <a:pt x="245770" y="369570"/>
                </a:lnTo>
                <a:lnTo>
                  <a:pt x="245770" y="321310"/>
                </a:lnTo>
                <a:lnTo>
                  <a:pt x="51689" y="321310"/>
                </a:lnTo>
                <a:lnTo>
                  <a:pt x="51689" y="199390"/>
                </a:lnTo>
                <a:lnTo>
                  <a:pt x="231660" y="199390"/>
                </a:lnTo>
                <a:lnTo>
                  <a:pt x="231660" y="151130"/>
                </a:lnTo>
                <a:lnTo>
                  <a:pt x="51689" y="151130"/>
                </a:lnTo>
                <a:lnTo>
                  <a:pt x="51689" y="46990"/>
                </a:lnTo>
                <a:lnTo>
                  <a:pt x="245770" y="46990"/>
                </a:lnTo>
                <a:lnTo>
                  <a:pt x="245770" y="0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5769110" y="2063419"/>
            <a:ext cx="51435" cy="370205"/>
          </a:xfrm>
          <a:custGeom>
            <a:avLst/>
            <a:gdLst/>
            <a:ahLst/>
            <a:cxnLst/>
            <a:rect l="l" t="t" r="r" b="b"/>
            <a:pathLst>
              <a:path w="51435" h="370205">
                <a:moveTo>
                  <a:pt x="50973" y="369619"/>
                </a:moveTo>
                <a:lnTo>
                  <a:pt x="0" y="369619"/>
                </a:lnTo>
                <a:lnTo>
                  <a:pt x="0" y="0"/>
                </a:lnTo>
                <a:lnTo>
                  <a:pt x="50973" y="0"/>
                </a:lnTo>
                <a:lnTo>
                  <a:pt x="50973" y="369619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880499" y="2063419"/>
            <a:ext cx="292735" cy="370205"/>
          </a:xfrm>
          <a:custGeom>
            <a:avLst/>
            <a:gdLst/>
            <a:ahLst/>
            <a:cxnLst/>
            <a:rect l="l" t="t" r="r" b="b"/>
            <a:pathLst>
              <a:path w="292735" h="370205">
                <a:moveTo>
                  <a:pt x="50973" y="369619"/>
                </a:moveTo>
                <a:lnTo>
                  <a:pt x="0" y="369619"/>
                </a:lnTo>
                <a:lnTo>
                  <a:pt x="0" y="0"/>
                </a:lnTo>
                <a:lnTo>
                  <a:pt x="71674" y="0"/>
                </a:lnTo>
                <a:lnTo>
                  <a:pt x="95228" y="43196"/>
                </a:lnTo>
                <a:lnTo>
                  <a:pt x="44990" y="43196"/>
                </a:lnTo>
                <a:lnTo>
                  <a:pt x="43794" y="44033"/>
                </a:lnTo>
                <a:lnTo>
                  <a:pt x="45048" y="46333"/>
                </a:lnTo>
                <a:lnTo>
                  <a:pt x="50973" y="369619"/>
                </a:lnTo>
                <a:close/>
              </a:path>
              <a:path w="292735" h="370205">
                <a:moveTo>
                  <a:pt x="292680" y="324389"/>
                </a:moveTo>
                <a:lnTo>
                  <a:pt x="247210" y="324389"/>
                </a:lnTo>
                <a:lnTo>
                  <a:pt x="248168" y="323671"/>
                </a:lnTo>
                <a:lnTo>
                  <a:pt x="247161" y="321825"/>
                </a:lnTo>
                <a:lnTo>
                  <a:pt x="240988" y="0"/>
                </a:lnTo>
                <a:lnTo>
                  <a:pt x="292680" y="0"/>
                </a:lnTo>
                <a:lnTo>
                  <a:pt x="292680" y="324389"/>
                </a:lnTo>
                <a:close/>
              </a:path>
              <a:path w="292735" h="370205">
                <a:moveTo>
                  <a:pt x="45048" y="46333"/>
                </a:moveTo>
                <a:lnTo>
                  <a:pt x="43794" y="44033"/>
                </a:lnTo>
                <a:lnTo>
                  <a:pt x="44990" y="43196"/>
                </a:lnTo>
                <a:lnTo>
                  <a:pt x="45048" y="46333"/>
                </a:lnTo>
                <a:close/>
              </a:path>
              <a:path w="292735" h="370205">
                <a:moveTo>
                  <a:pt x="292680" y="369619"/>
                </a:moveTo>
                <a:lnTo>
                  <a:pt x="221364" y="369619"/>
                </a:lnTo>
                <a:lnTo>
                  <a:pt x="45048" y="46333"/>
                </a:lnTo>
                <a:lnTo>
                  <a:pt x="44990" y="43196"/>
                </a:lnTo>
                <a:lnTo>
                  <a:pt x="95228" y="43196"/>
                </a:lnTo>
                <a:lnTo>
                  <a:pt x="247161" y="321825"/>
                </a:lnTo>
                <a:lnTo>
                  <a:pt x="247210" y="324389"/>
                </a:lnTo>
                <a:lnTo>
                  <a:pt x="292680" y="324389"/>
                </a:lnTo>
                <a:lnTo>
                  <a:pt x="292680" y="369619"/>
                </a:lnTo>
                <a:close/>
              </a:path>
              <a:path w="292735" h="370205">
                <a:moveTo>
                  <a:pt x="247210" y="324389"/>
                </a:moveTo>
                <a:lnTo>
                  <a:pt x="247161" y="321825"/>
                </a:lnTo>
                <a:lnTo>
                  <a:pt x="248168" y="323671"/>
                </a:lnTo>
                <a:lnTo>
                  <a:pt x="247210" y="324389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6218878" y="2058513"/>
            <a:ext cx="272415" cy="379730"/>
          </a:xfrm>
          <a:custGeom>
            <a:avLst/>
            <a:gdLst/>
            <a:ahLst/>
            <a:cxnLst/>
            <a:rect l="l" t="t" r="r" b="b"/>
            <a:pathLst>
              <a:path w="272414" h="379730">
                <a:moveTo>
                  <a:pt x="141434" y="379431"/>
                </a:moveTo>
                <a:lnTo>
                  <a:pt x="92165" y="373179"/>
                </a:lnTo>
                <a:lnTo>
                  <a:pt x="50136" y="354423"/>
                </a:lnTo>
                <a:lnTo>
                  <a:pt x="18397" y="321966"/>
                </a:lnTo>
                <a:lnTo>
                  <a:pt x="0" y="274851"/>
                </a:lnTo>
                <a:lnTo>
                  <a:pt x="50854" y="260014"/>
                </a:lnTo>
                <a:lnTo>
                  <a:pt x="55887" y="277341"/>
                </a:lnTo>
                <a:lnTo>
                  <a:pt x="62849" y="292112"/>
                </a:lnTo>
                <a:lnTo>
                  <a:pt x="95142" y="321256"/>
                </a:lnTo>
                <a:lnTo>
                  <a:pt x="142391" y="330611"/>
                </a:lnTo>
                <a:lnTo>
                  <a:pt x="154155" y="330103"/>
                </a:lnTo>
                <a:lnTo>
                  <a:pt x="192310" y="318077"/>
                </a:lnTo>
                <a:lnTo>
                  <a:pt x="217416" y="286577"/>
                </a:lnTo>
                <a:lnTo>
                  <a:pt x="219689" y="270543"/>
                </a:lnTo>
                <a:lnTo>
                  <a:pt x="219689" y="261210"/>
                </a:lnTo>
                <a:lnTo>
                  <a:pt x="192527" y="230219"/>
                </a:lnTo>
                <a:lnTo>
                  <a:pt x="149571" y="213467"/>
                </a:lnTo>
                <a:lnTo>
                  <a:pt x="92494" y="195279"/>
                </a:lnTo>
                <a:lnTo>
                  <a:pt x="74202" y="188564"/>
                </a:lnTo>
                <a:lnTo>
                  <a:pt x="32427" y="161058"/>
                </a:lnTo>
                <a:lnTo>
                  <a:pt x="12571" y="120112"/>
                </a:lnTo>
                <a:lnTo>
                  <a:pt x="11247" y="103024"/>
                </a:lnTo>
                <a:lnTo>
                  <a:pt x="12130" y="89510"/>
                </a:lnTo>
                <a:lnTo>
                  <a:pt x="25367" y="51931"/>
                </a:lnTo>
                <a:lnTo>
                  <a:pt x="54623" y="21889"/>
                </a:lnTo>
                <a:lnTo>
                  <a:pt x="99733" y="3559"/>
                </a:lnTo>
                <a:lnTo>
                  <a:pt x="137844" y="0"/>
                </a:lnTo>
                <a:lnTo>
                  <a:pt x="152644" y="650"/>
                </a:lnTo>
                <a:lnTo>
                  <a:pt x="194442" y="10410"/>
                </a:lnTo>
                <a:lnTo>
                  <a:pt x="230025" y="31970"/>
                </a:lnTo>
                <a:lnTo>
                  <a:pt x="256095" y="67067"/>
                </a:lnTo>
                <a:lnTo>
                  <a:pt x="266834" y="100511"/>
                </a:lnTo>
                <a:lnTo>
                  <a:pt x="219450" y="113793"/>
                </a:lnTo>
                <a:lnTo>
                  <a:pt x="214926" y="98552"/>
                </a:lnTo>
                <a:lnTo>
                  <a:pt x="208651" y="85255"/>
                </a:lnTo>
                <a:lnTo>
                  <a:pt x="179462" y="57113"/>
                </a:lnTo>
                <a:lnTo>
                  <a:pt x="135690" y="47623"/>
                </a:lnTo>
                <a:lnTo>
                  <a:pt x="124009" y="48087"/>
                </a:lnTo>
                <a:lnTo>
                  <a:pt x="81247" y="63597"/>
                </a:lnTo>
                <a:lnTo>
                  <a:pt x="63537" y="101229"/>
                </a:lnTo>
                <a:lnTo>
                  <a:pt x="64338" y="110031"/>
                </a:lnTo>
                <a:lnTo>
                  <a:pt x="94229" y="142900"/>
                </a:lnTo>
                <a:lnTo>
                  <a:pt x="180562" y="172066"/>
                </a:lnTo>
                <a:lnTo>
                  <a:pt x="195429" y="177039"/>
                </a:lnTo>
                <a:lnTo>
                  <a:pt x="231057" y="192767"/>
                </a:lnTo>
                <a:lnTo>
                  <a:pt x="261091" y="221963"/>
                </a:lnTo>
                <a:lnTo>
                  <a:pt x="271860" y="268749"/>
                </a:lnTo>
                <a:lnTo>
                  <a:pt x="270828" y="284259"/>
                </a:lnTo>
                <a:lnTo>
                  <a:pt x="255347" y="325945"/>
                </a:lnTo>
                <a:lnTo>
                  <a:pt x="223354" y="357556"/>
                </a:lnTo>
                <a:lnTo>
                  <a:pt x="177690" y="375901"/>
                </a:lnTo>
                <a:lnTo>
                  <a:pt x="160130" y="378549"/>
                </a:lnTo>
                <a:lnTo>
                  <a:pt x="141434" y="379431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6537698" y="2063419"/>
            <a:ext cx="51435" cy="370205"/>
          </a:xfrm>
          <a:custGeom>
            <a:avLst/>
            <a:gdLst/>
            <a:ahLst/>
            <a:cxnLst/>
            <a:rect l="l" t="t" r="r" b="b"/>
            <a:pathLst>
              <a:path w="51434" h="370205">
                <a:moveTo>
                  <a:pt x="50973" y="369619"/>
                </a:moveTo>
                <a:lnTo>
                  <a:pt x="0" y="369619"/>
                </a:lnTo>
                <a:lnTo>
                  <a:pt x="0" y="0"/>
                </a:lnTo>
                <a:lnTo>
                  <a:pt x="50973" y="0"/>
                </a:lnTo>
                <a:lnTo>
                  <a:pt x="50973" y="369619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6638558" y="2058034"/>
            <a:ext cx="326390" cy="380365"/>
          </a:xfrm>
          <a:custGeom>
            <a:avLst/>
            <a:gdLst/>
            <a:ahLst/>
            <a:cxnLst/>
            <a:rect l="l" t="t" r="r" b="b"/>
            <a:pathLst>
              <a:path w="326390" h="380364">
                <a:moveTo>
                  <a:pt x="164408" y="380269"/>
                </a:moveTo>
                <a:lnTo>
                  <a:pt x="117742" y="374226"/>
                </a:lnTo>
                <a:lnTo>
                  <a:pt x="77298" y="356098"/>
                </a:lnTo>
                <a:lnTo>
                  <a:pt x="44362" y="327081"/>
                </a:lnTo>
                <a:lnTo>
                  <a:pt x="19982" y="288372"/>
                </a:lnTo>
                <a:lnTo>
                  <a:pt x="4995" y="241616"/>
                </a:lnTo>
                <a:lnTo>
                  <a:pt x="0" y="188459"/>
                </a:lnTo>
                <a:lnTo>
                  <a:pt x="1301" y="161559"/>
                </a:lnTo>
                <a:lnTo>
                  <a:pt x="11711" y="112559"/>
                </a:lnTo>
                <a:lnTo>
                  <a:pt x="32404" y="70283"/>
                </a:lnTo>
                <a:lnTo>
                  <a:pt x="62618" y="37018"/>
                </a:lnTo>
                <a:lnTo>
                  <a:pt x="101895" y="13461"/>
                </a:lnTo>
                <a:lnTo>
                  <a:pt x="148262" y="1495"/>
                </a:lnTo>
                <a:lnTo>
                  <a:pt x="173980" y="0"/>
                </a:lnTo>
                <a:lnTo>
                  <a:pt x="199123" y="1764"/>
                </a:lnTo>
                <a:lnTo>
                  <a:pt x="245191" y="15884"/>
                </a:lnTo>
                <a:lnTo>
                  <a:pt x="284947" y="44422"/>
                </a:lnTo>
                <a:lnTo>
                  <a:pt x="287855" y="48102"/>
                </a:lnTo>
                <a:lnTo>
                  <a:pt x="173023" y="48102"/>
                </a:lnTo>
                <a:lnTo>
                  <a:pt x="154910" y="49163"/>
                </a:lnTo>
                <a:lnTo>
                  <a:pt x="108648" y="65093"/>
                </a:lnTo>
                <a:lnTo>
                  <a:pt x="75309" y="98858"/>
                </a:lnTo>
                <a:lnTo>
                  <a:pt x="56298" y="148254"/>
                </a:lnTo>
                <a:lnTo>
                  <a:pt x="52649" y="188459"/>
                </a:lnTo>
                <a:lnTo>
                  <a:pt x="53486" y="209638"/>
                </a:lnTo>
                <a:lnTo>
                  <a:pt x="60187" y="247689"/>
                </a:lnTo>
                <a:lnTo>
                  <a:pt x="82503" y="293099"/>
                </a:lnTo>
                <a:lnTo>
                  <a:pt x="118594" y="321981"/>
                </a:lnTo>
                <a:lnTo>
                  <a:pt x="167280" y="331808"/>
                </a:lnTo>
                <a:lnTo>
                  <a:pt x="273840" y="331808"/>
                </a:lnTo>
                <a:lnTo>
                  <a:pt x="267941" y="340184"/>
                </a:lnTo>
                <a:lnTo>
                  <a:pt x="223862" y="370038"/>
                </a:lnTo>
                <a:lnTo>
                  <a:pt x="185692" y="379132"/>
                </a:lnTo>
                <a:lnTo>
                  <a:pt x="164408" y="380269"/>
                </a:lnTo>
                <a:close/>
              </a:path>
              <a:path w="326390" h="380364">
                <a:moveTo>
                  <a:pt x="276766" y="134135"/>
                </a:moveTo>
                <a:lnTo>
                  <a:pt x="259864" y="95037"/>
                </a:lnTo>
                <a:lnTo>
                  <a:pt x="221439" y="59544"/>
                </a:lnTo>
                <a:lnTo>
                  <a:pt x="173023" y="48102"/>
                </a:lnTo>
                <a:lnTo>
                  <a:pt x="287855" y="48102"/>
                </a:lnTo>
                <a:lnTo>
                  <a:pt x="300996" y="64734"/>
                </a:lnTo>
                <a:lnTo>
                  <a:pt x="314263" y="89174"/>
                </a:lnTo>
                <a:lnTo>
                  <a:pt x="324748" y="117742"/>
                </a:lnTo>
                <a:lnTo>
                  <a:pt x="276766" y="134135"/>
                </a:lnTo>
                <a:close/>
              </a:path>
              <a:path w="326390" h="380364">
                <a:moveTo>
                  <a:pt x="273840" y="331808"/>
                </a:moveTo>
                <a:lnTo>
                  <a:pt x="167280" y="331808"/>
                </a:lnTo>
                <a:lnTo>
                  <a:pt x="183852" y="330910"/>
                </a:lnTo>
                <a:lnTo>
                  <a:pt x="199228" y="328218"/>
                </a:lnTo>
                <a:lnTo>
                  <a:pt x="238072" y="309828"/>
                </a:lnTo>
                <a:lnTo>
                  <a:pt x="263962" y="281672"/>
                </a:lnTo>
                <a:lnTo>
                  <a:pt x="276766" y="239552"/>
                </a:lnTo>
                <a:lnTo>
                  <a:pt x="276766" y="228783"/>
                </a:lnTo>
                <a:lnTo>
                  <a:pt x="160100" y="228783"/>
                </a:lnTo>
                <a:lnTo>
                  <a:pt x="160100" y="182835"/>
                </a:lnTo>
                <a:lnTo>
                  <a:pt x="326304" y="182835"/>
                </a:lnTo>
                <a:lnTo>
                  <a:pt x="326304" y="310389"/>
                </a:lnTo>
                <a:lnTo>
                  <a:pt x="283825" y="310389"/>
                </a:lnTo>
                <a:lnTo>
                  <a:pt x="283756" y="312871"/>
                </a:lnTo>
                <a:lnTo>
                  <a:pt x="277611" y="326453"/>
                </a:lnTo>
                <a:lnTo>
                  <a:pt x="273840" y="331808"/>
                </a:lnTo>
                <a:close/>
              </a:path>
              <a:path w="326390" h="380364">
                <a:moveTo>
                  <a:pt x="283756" y="312871"/>
                </a:moveTo>
                <a:lnTo>
                  <a:pt x="283825" y="310389"/>
                </a:lnTo>
                <a:lnTo>
                  <a:pt x="284663" y="310868"/>
                </a:lnTo>
                <a:lnTo>
                  <a:pt x="283756" y="312871"/>
                </a:lnTo>
                <a:close/>
              </a:path>
              <a:path w="326390" h="380364">
                <a:moveTo>
                  <a:pt x="326304" y="375004"/>
                </a:moveTo>
                <a:lnTo>
                  <a:pt x="282031" y="375004"/>
                </a:lnTo>
                <a:lnTo>
                  <a:pt x="283230" y="331808"/>
                </a:lnTo>
                <a:lnTo>
                  <a:pt x="283255" y="330910"/>
                </a:lnTo>
                <a:lnTo>
                  <a:pt x="283379" y="326453"/>
                </a:lnTo>
                <a:lnTo>
                  <a:pt x="283503" y="321981"/>
                </a:lnTo>
                <a:lnTo>
                  <a:pt x="283629" y="317449"/>
                </a:lnTo>
                <a:lnTo>
                  <a:pt x="283716" y="314338"/>
                </a:lnTo>
                <a:lnTo>
                  <a:pt x="283756" y="312871"/>
                </a:lnTo>
                <a:lnTo>
                  <a:pt x="284663" y="310868"/>
                </a:lnTo>
                <a:lnTo>
                  <a:pt x="283825" y="310389"/>
                </a:lnTo>
                <a:lnTo>
                  <a:pt x="326304" y="310389"/>
                </a:lnTo>
                <a:lnTo>
                  <a:pt x="326304" y="375004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7016674" y="2063792"/>
            <a:ext cx="51435" cy="151130"/>
          </a:xfrm>
          <a:custGeom>
            <a:avLst/>
            <a:gdLst/>
            <a:ahLst/>
            <a:cxnLst/>
            <a:rect l="l" t="t" r="r" b="b"/>
            <a:pathLst>
              <a:path w="51434" h="151130">
                <a:moveTo>
                  <a:pt x="0" y="0"/>
                </a:moveTo>
                <a:lnTo>
                  <a:pt x="50973" y="0"/>
                </a:lnTo>
                <a:lnTo>
                  <a:pt x="50973" y="151129"/>
                </a:lnTo>
                <a:lnTo>
                  <a:pt x="0" y="151129"/>
                </a:lnTo>
                <a:lnTo>
                  <a:pt x="0" y="0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7016674" y="2058517"/>
            <a:ext cx="909955" cy="379730"/>
          </a:xfrm>
          <a:custGeom>
            <a:avLst/>
            <a:gdLst/>
            <a:ahLst/>
            <a:cxnLst/>
            <a:rect l="l" t="t" r="r" b="b"/>
            <a:pathLst>
              <a:path w="909954" h="379730">
                <a:moveTo>
                  <a:pt x="286931" y="5283"/>
                </a:moveTo>
                <a:lnTo>
                  <a:pt x="235597" y="5283"/>
                </a:lnTo>
                <a:lnTo>
                  <a:pt x="235597" y="156413"/>
                </a:lnTo>
                <a:lnTo>
                  <a:pt x="0" y="156413"/>
                </a:lnTo>
                <a:lnTo>
                  <a:pt x="0" y="204673"/>
                </a:lnTo>
                <a:lnTo>
                  <a:pt x="0" y="374853"/>
                </a:lnTo>
                <a:lnTo>
                  <a:pt x="50965" y="374853"/>
                </a:lnTo>
                <a:lnTo>
                  <a:pt x="50965" y="204673"/>
                </a:lnTo>
                <a:lnTo>
                  <a:pt x="235597" y="204673"/>
                </a:lnTo>
                <a:lnTo>
                  <a:pt x="235597" y="374853"/>
                </a:lnTo>
                <a:lnTo>
                  <a:pt x="286931" y="374853"/>
                </a:lnTo>
                <a:lnTo>
                  <a:pt x="286931" y="204673"/>
                </a:lnTo>
                <a:lnTo>
                  <a:pt x="286931" y="156413"/>
                </a:lnTo>
                <a:lnTo>
                  <a:pt x="286931" y="5283"/>
                </a:lnTo>
                <a:close/>
              </a:path>
              <a:path w="909954" h="379730">
                <a:moveTo>
                  <a:pt x="612978" y="5283"/>
                </a:moveTo>
                <a:lnTo>
                  <a:pt x="322211" y="5283"/>
                </a:lnTo>
                <a:lnTo>
                  <a:pt x="322211" y="52273"/>
                </a:lnTo>
                <a:lnTo>
                  <a:pt x="442099" y="52273"/>
                </a:lnTo>
                <a:lnTo>
                  <a:pt x="442099" y="374853"/>
                </a:lnTo>
                <a:lnTo>
                  <a:pt x="493433" y="374853"/>
                </a:lnTo>
                <a:lnTo>
                  <a:pt x="493433" y="52273"/>
                </a:lnTo>
                <a:lnTo>
                  <a:pt x="612978" y="52273"/>
                </a:lnTo>
                <a:lnTo>
                  <a:pt x="612978" y="5283"/>
                </a:lnTo>
                <a:close/>
              </a:path>
              <a:path w="909954" h="379730">
                <a:moveTo>
                  <a:pt x="909421" y="268757"/>
                </a:moveTo>
                <a:lnTo>
                  <a:pt x="898652" y="221970"/>
                </a:lnTo>
                <a:lnTo>
                  <a:pt x="868616" y="192773"/>
                </a:lnTo>
                <a:lnTo>
                  <a:pt x="832993" y="177038"/>
                </a:lnTo>
                <a:lnTo>
                  <a:pt x="759841" y="153644"/>
                </a:lnTo>
                <a:lnTo>
                  <a:pt x="744550" y="148348"/>
                </a:lnTo>
                <a:lnTo>
                  <a:pt x="708291" y="125171"/>
                </a:lnTo>
                <a:lnTo>
                  <a:pt x="701090" y="101231"/>
                </a:lnTo>
                <a:lnTo>
                  <a:pt x="701586" y="94183"/>
                </a:lnTo>
                <a:lnTo>
                  <a:pt x="725297" y="59004"/>
                </a:lnTo>
                <a:lnTo>
                  <a:pt x="773252" y="47625"/>
                </a:lnTo>
                <a:lnTo>
                  <a:pt x="789444" y="48679"/>
                </a:lnTo>
                <a:lnTo>
                  <a:pt x="828408" y="64503"/>
                </a:lnTo>
                <a:lnTo>
                  <a:pt x="852487" y="98552"/>
                </a:lnTo>
                <a:lnTo>
                  <a:pt x="857008" y="113792"/>
                </a:lnTo>
                <a:lnTo>
                  <a:pt x="904392" y="100507"/>
                </a:lnTo>
                <a:lnTo>
                  <a:pt x="886244" y="53441"/>
                </a:lnTo>
                <a:lnTo>
                  <a:pt x="856703" y="23418"/>
                </a:lnTo>
                <a:lnTo>
                  <a:pt x="818502" y="5854"/>
                </a:lnTo>
                <a:lnTo>
                  <a:pt x="775398" y="0"/>
                </a:lnTo>
                <a:lnTo>
                  <a:pt x="755548" y="889"/>
                </a:lnTo>
                <a:lnTo>
                  <a:pt x="705523" y="14236"/>
                </a:lnTo>
                <a:lnTo>
                  <a:pt x="670877" y="40741"/>
                </a:lnTo>
                <a:lnTo>
                  <a:pt x="652335" y="76492"/>
                </a:lnTo>
                <a:lnTo>
                  <a:pt x="648804" y="103022"/>
                </a:lnTo>
                <a:lnTo>
                  <a:pt x="650125" y="120116"/>
                </a:lnTo>
                <a:lnTo>
                  <a:pt x="669988" y="161061"/>
                </a:lnTo>
                <a:lnTo>
                  <a:pt x="711758" y="188569"/>
                </a:lnTo>
                <a:lnTo>
                  <a:pt x="787133" y="213474"/>
                </a:lnTo>
                <a:lnTo>
                  <a:pt x="800404" y="217932"/>
                </a:lnTo>
                <a:lnTo>
                  <a:pt x="836955" y="234111"/>
                </a:lnTo>
                <a:lnTo>
                  <a:pt x="857250" y="261213"/>
                </a:lnTo>
                <a:lnTo>
                  <a:pt x="857250" y="270548"/>
                </a:lnTo>
                <a:lnTo>
                  <a:pt x="843089" y="307314"/>
                </a:lnTo>
                <a:lnTo>
                  <a:pt x="802589" y="328574"/>
                </a:lnTo>
                <a:lnTo>
                  <a:pt x="779945" y="330619"/>
                </a:lnTo>
                <a:lnTo>
                  <a:pt x="762609" y="329577"/>
                </a:lnTo>
                <a:lnTo>
                  <a:pt x="720115" y="313982"/>
                </a:lnTo>
                <a:lnTo>
                  <a:pt x="693445" y="277342"/>
                </a:lnTo>
                <a:lnTo>
                  <a:pt x="688416" y="260019"/>
                </a:lnTo>
                <a:lnTo>
                  <a:pt x="637552" y="274853"/>
                </a:lnTo>
                <a:lnTo>
                  <a:pt x="655955" y="321970"/>
                </a:lnTo>
                <a:lnTo>
                  <a:pt x="687692" y="354431"/>
                </a:lnTo>
                <a:lnTo>
                  <a:pt x="729729" y="373176"/>
                </a:lnTo>
                <a:lnTo>
                  <a:pt x="778992" y="379437"/>
                </a:lnTo>
                <a:lnTo>
                  <a:pt x="797687" y="378548"/>
                </a:lnTo>
                <a:lnTo>
                  <a:pt x="846963" y="365315"/>
                </a:lnTo>
                <a:lnTo>
                  <a:pt x="883881" y="337870"/>
                </a:lnTo>
                <a:lnTo>
                  <a:pt x="905294" y="298970"/>
                </a:lnTo>
                <a:lnTo>
                  <a:pt x="908380" y="284264"/>
                </a:lnTo>
                <a:lnTo>
                  <a:pt x="909421" y="268757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50" b="0" i="1">
                <a:solidFill>
                  <a:srgbClr val="1B2A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B6B6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69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50" b="0" i="1">
                <a:solidFill>
                  <a:srgbClr val="1B2A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384554"/>
            <a:ext cx="4651629" cy="397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384554"/>
            <a:ext cx="4651629" cy="397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B6B6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69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50" b="0" i="1">
                <a:solidFill>
                  <a:srgbClr val="1B2A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B6B6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69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B6B6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69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9305" y="2601905"/>
            <a:ext cx="5616575" cy="298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1">
                <a:solidFill>
                  <a:srgbClr val="1B2A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384554"/>
            <a:ext cx="9624060" cy="397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5598414"/>
            <a:ext cx="3421888" cy="300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5598414"/>
            <a:ext cx="2459482" cy="300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301975" y="5741059"/>
            <a:ext cx="177800" cy="110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5B6B6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69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0" dirty="0"/>
              <a:t>A</a:t>
            </a:r>
            <a:r>
              <a:rPr spc="-85" dirty="0"/>
              <a:t> </a:t>
            </a:r>
            <a:r>
              <a:rPr spc="-110" dirty="0"/>
              <a:t>Data</a:t>
            </a:r>
            <a:r>
              <a:rPr spc="-85" dirty="0"/>
              <a:t> </a:t>
            </a:r>
            <a:r>
              <a:rPr spc="-105" dirty="0"/>
              <a:t>Analysis</a:t>
            </a:r>
            <a:r>
              <a:rPr spc="-80" dirty="0"/>
              <a:t> </a:t>
            </a:r>
            <a:r>
              <a:rPr spc="-90" dirty="0"/>
              <a:t>Project</a:t>
            </a:r>
            <a:r>
              <a:rPr spc="-85" dirty="0"/>
              <a:t> </a:t>
            </a:r>
            <a:r>
              <a:rPr spc="-95" dirty="0"/>
              <a:t>on</a:t>
            </a:r>
            <a:r>
              <a:rPr spc="-85" dirty="0"/>
              <a:t> </a:t>
            </a:r>
            <a:r>
              <a:rPr spc="-120" dirty="0"/>
              <a:t>Personal</a:t>
            </a:r>
            <a:r>
              <a:rPr spc="-80" dirty="0"/>
              <a:t> </a:t>
            </a:r>
            <a:r>
              <a:rPr spc="-155" dirty="0"/>
              <a:t>Expense</a:t>
            </a:r>
            <a:r>
              <a:rPr spc="25" dirty="0"/>
              <a:t> </a:t>
            </a:r>
            <a:r>
              <a:rPr spc="-145" dirty="0">
                <a:latin typeface="Trebuchet MS"/>
                <a:cs typeface="Trebuchet MS"/>
              </a:rPr>
              <a:t>&amp;</a:t>
            </a:r>
            <a:r>
              <a:rPr spc="-125" dirty="0">
                <a:latin typeface="Trebuchet MS"/>
                <a:cs typeface="Trebuchet MS"/>
              </a:rPr>
              <a:t> </a:t>
            </a:r>
            <a:r>
              <a:rPr spc="-130" dirty="0"/>
              <a:t>Saving</a:t>
            </a:r>
            <a:r>
              <a:rPr spc="-80" dirty="0"/>
              <a:t> </a:t>
            </a:r>
            <a:r>
              <a:rPr spc="-70" dirty="0"/>
              <a:t>Behavior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11621" y="3432588"/>
            <a:ext cx="994410" cy="112395"/>
            <a:chOff x="811621" y="3432588"/>
            <a:chExt cx="994410" cy="112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1621" y="3434037"/>
              <a:ext cx="79226" cy="10920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3010" y="3434037"/>
              <a:ext cx="81100" cy="10920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400" y="3434037"/>
              <a:ext cx="72615" cy="10920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0451" y="3432588"/>
              <a:ext cx="80322" cy="1121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7179" y="3434037"/>
              <a:ext cx="72615" cy="10920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68569" y="3434037"/>
              <a:ext cx="86473" cy="10920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84274" y="3434232"/>
              <a:ext cx="86360" cy="109220"/>
            </a:xfrm>
            <a:custGeom>
              <a:avLst/>
              <a:gdLst/>
              <a:ahLst/>
              <a:cxnLst/>
              <a:rect l="l" t="t" r="r" b="b"/>
              <a:pathLst>
                <a:path w="86359" h="109220">
                  <a:moveTo>
                    <a:pt x="85902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35420" y="13970"/>
                  </a:lnTo>
                  <a:lnTo>
                    <a:pt x="35420" y="109220"/>
                  </a:lnTo>
                  <a:lnTo>
                    <a:pt x="50584" y="109220"/>
                  </a:lnTo>
                  <a:lnTo>
                    <a:pt x="50584" y="13970"/>
                  </a:lnTo>
                  <a:lnTo>
                    <a:pt x="85902" y="13970"/>
                  </a:lnTo>
                  <a:lnTo>
                    <a:pt x="85902" y="0"/>
                  </a:lnTo>
                  <a:close/>
                </a:path>
              </a:pathLst>
            </a:custGeom>
            <a:solidFill>
              <a:srgbClr val="D4A0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2487" y="3434037"/>
              <a:ext cx="72615" cy="1092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13876" y="3433365"/>
              <a:ext cx="91953" cy="109877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892100" y="3434037"/>
            <a:ext cx="197485" cy="109220"/>
            <a:chOff x="1892100" y="3434037"/>
            <a:chExt cx="197485" cy="10922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92100" y="3434037"/>
              <a:ext cx="78413" cy="10920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90974" y="3434037"/>
              <a:ext cx="98493" cy="10920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89305" y="3693375"/>
            <a:ext cx="2764695" cy="25006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1</a:t>
            </a:r>
            <a:r>
              <a:rPr sz="1450" spc="-10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M</a:t>
            </a:r>
            <a:r>
              <a:rPr sz="1450" spc="-10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Uda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y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45" dirty="0">
                <a:solidFill>
                  <a:srgbClr val="1B2A24"/>
                </a:solidFill>
                <a:latin typeface="Arial"/>
                <a:cs typeface="Arial"/>
              </a:rPr>
              <a:t>Sa</a:t>
            </a:r>
            <a:r>
              <a:rPr sz="1550" spc="-145" dirty="0">
                <a:solidFill>
                  <a:srgbClr val="1B2A24"/>
                </a:solidFill>
                <a:latin typeface="Arial"/>
                <a:cs typeface="Arial"/>
              </a:rPr>
              <a:t>i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Redd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y</a:t>
            </a:r>
            <a:r>
              <a:rPr sz="1450" spc="-9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r>
              <a:rPr sz="1450" spc="4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450" spc="80" dirty="0">
                <a:solidFill>
                  <a:srgbClr val="1B2A24"/>
                </a:solidFill>
                <a:latin typeface="Calibri"/>
                <a:cs typeface="Calibri"/>
              </a:rPr>
              <a:t>-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26B21CS063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9405" y="3984293"/>
            <a:ext cx="1564640" cy="11188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100"/>
              </a:spcBef>
            </a:pPr>
            <a:r>
              <a:rPr sz="1500" spc="-110" dirty="0">
                <a:solidFill>
                  <a:srgbClr val="1B2A24"/>
                </a:solidFill>
                <a:latin typeface="Arial"/>
                <a:cs typeface="Arial"/>
              </a:rPr>
              <a:t>2</a:t>
            </a:r>
            <a:r>
              <a:rPr sz="1450" spc="-11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r>
              <a:rPr lang="en-IN" sz="1450" spc="-110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00" spc="-110" dirty="0">
                <a:solidFill>
                  <a:srgbClr val="1B2A24"/>
                </a:solidFill>
                <a:latin typeface="Arial"/>
                <a:cs typeface="Arial"/>
              </a:rPr>
              <a:t>P</a:t>
            </a:r>
            <a:r>
              <a:rPr sz="1450" spc="-11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r>
              <a:rPr lang="en-IN" sz="1450" spc="-110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00" spc="-110" dirty="0">
                <a:solidFill>
                  <a:srgbClr val="1B2A24"/>
                </a:solidFill>
                <a:latin typeface="Arial"/>
                <a:cs typeface="Arial"/>
              </a:rPr>
              <a:t>Sa</a:t>
            </a:r>
            <a:r>
              <a:rPr sz="1550" spc="-110" dirty="0">
                <a:solidFill>
                  <a:srgbClr val="1B2A24"/>
                </a:solidFill>
                <a:latin typeface="Arial"/>
                <a:cs typeface="Arial"/>
              </a:rPr>
              <a:t>i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lang="en-IN" sz="1550" spc="-60" dirty="0">
                <a:solidFill>
                  <a:srgbClr val="1B2A24"/>
                </a:solidFill>
                <a:latin typeface="Arial"/>
                <a:cs typeface="Arial"/>
              </a:rPr>
              <a:t>P</a:t>
            </a:r>
            <a:r>
              <a:rPr sz="1550" spc="-60" dirty="0" err="1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60" dirty="0" err="1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60" dirty="0" err="1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60" dirty="0" err="1">
                <a:solidFill>
                  <a:srgbClr val="1B2A24"/>
                </a:solidFill>
                <a:latin typeface="Arial"/>
                <a:cs typeface="Arial"/>
              </a:rPr>
              <a:t>ee</a:t>
            </a:r>
            <a:r>
              <a:rPr sz="1550" spc="-60" dirty="0" err="1">
                <a:solidFill>
                  <a:srgbClr val="1B2A24"/>
                </a:solidFill>
                <a:latin typeface="Arial"/>
                <a:cs typeface="Arial"/>
              </a:rPr>
              <a:t>th</a:t>
            </a:r>
            <a:r>
              <a:rPr sz="1450" spc="-60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3</a:t>
            </a:r>
            <a:r>
              <a:rPr sz="1450" spc="-4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Y</a:t>
            </a:r>
            <a:r>
              <a:rPr sz="1450" spc="-4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50" spc="-4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450" spc="-4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h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50" spc="-40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4</a:t>
            </a:r>
            <a:r>
              <a:rPr sz="1450" spc="-8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SK</a:t>
            </a:r>
            <a:r>
              <a:rPr sz="1450" spc="-8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Ma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sth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50" spc="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endParaRPr sz="14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endParaRPr sz="145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22450" y="3983960"/>
            <a:ext cx="1324050" cy="85728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84"/>
              </a:spcBef>
            </a:pPr>
            <a:r>
              <a:rPr sz="1450" spc="80" dirty="0">
                <a:solidFill>
                  <a:srgbClr val="1B2A24"/>
                </a:solidFill>
                <a:latin typeface="Calibri"/>
                <a:cs typeface="Calibri"/>
              </a:rPr>
              <a:t>-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25B11CS763</a:t>
            </a:r>
            <a:endParaRPr sz="1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lang="en-IN" sz="1450" spc="80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450" spc="80" dirty="0">
                <a:solidFill>
                  <a:srgbClr val="1B2A24"/>
                </a:solidFill>
                <a:latin typeface="Calibri"/>
                <a:cs typeface="Calibri"/>
              </a:rPr>
              <a:t>-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26B21CS097</a:t>
            </a:r>
            <a:endParaRPr sz="1500" dirty="0">
              <a:latin typeface="Arial"/>
              <a:cs typeface="Arial"/>
            </a:endParaRPr>
          </a:p>
          <a:p>
            <a:pPr marL="43815">
              <a:lnSpc>
                <a:spcPct val="100000"/>
              </a:lnSpc>
              <a:spcBef>
                <a:spcPts val="390"/>
              </a:spcBef>
            </a:pPr>
            <a:r>
              <a:rPr sz="1450" spc="80" dirty="0">
                <a:solidFill>
                  <a:srgbClr val="1B2A24"/>
                </a:solidFill>
                <a:latin typeface="Calibri"/>
                <a:cs typeface="Calibri"/>
              </a:rPr>
              <a:t>-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26B21CS096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9305" y="5548165"/>
            <a:ext cx="495808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-30" dirty="0">
                <a:solidFill>
                  <a:srgbClr val="1B2A24"/>
                </a:solidFill>
                <a:latin typeface="Arial"/>
                <a:cs typeface="Arial"/>
              </a:rPr>
              <a:t>Data</a:t>
            </a:r>
            <a:r>
              <a:rPr sz="10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050" spc="-60" dirty="0">
                <a:solidFill>
                  <a:srgbClr val="1B2A24"/>
                </a:solidFill>
                <a:latin typeface="Arial"/>
                <a:cs typeface="Arial"/>
              </a:rPr>
              <a:t>Analysis</a:t>
            </a:r>
            <a:r>
              <a:rPr sz="105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050" spc="-75" dirty="0">
                <a:solidFill>
                  <a:srgbClr val="1B2A24"/>
                </a:solidFill>
                <a:latin typeface="Arial"/>
                <a:cs typeface="Arial"/>
              </a:rPr>
              <a:t>Essentials</a:t>
            </a:r>
            <a:r>
              <a:rPr sz="105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1B2A24"/>
                </a:solidFill>
                <a:latin typeface="Calibri"/>
                <a:cs typeface="Calibri"/>
              </a:rPr>
              <a:t>(</a:t>
            </a:r>
            <a:r>
              <a:rPr sz="1050" spc="-10" dirty="0">
                <a:solidFill>
                  <a:srgbClr val="1B2A24"/>
                </a:solidFill>
                <a:latin typeface="Arial"/>
                <a:cs typeface="Arial"/>
              </a:rPr>
              <a:t>2501AI06</a:t>
            </a:r>
            <a:r>
              <a:rPr sz="1000" spc="-10" dirty="0">
                <a:solidFill>
                  <a:srgbClr val="1B2A24"/>
                </a:solidFill>
                <a:latin typeface="Calibri"/>
                <a:cs typeface="Calibri"/>
              </a:rPr>
              <a:t>)</a:t>
            </a:r>
            <a:r>
              <a:rPr sz="1000" spc="21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B2A24"/>
                </a:solidFill>
                <a:latin typeface="HGPGothicE"/>
                <a:cs typeface="HGPGothicE"/>
              </a:rPr>
              <a:t>|</a:t>
            </a:r>
            <a:r>
              <a:rPr sz="1050" spc="170" dirty="0">
                <a:solidFill>
                  <a:srgbClr val="1B2A24"/>
                </a:solidFill>
                <a:latin typeface="HGPGothicE"/>
                <a:cs typeface="HGPGothicE"/>
              </a:rPr>
              <a:t> </a:t>
            </a:r>
            <a:r>
              <a:rPr sz="1050" spc="-60" dirty="0">
                <a:solidFill>
                  <a:srgbClr val="1B2A24"/>
                </a:solidFill>
                <a:latin typeface="Arial"/>
                <a:cs typeface="Arial"/>
              </a:rPr>
              <a:t>Capstone</a:t>
            </a:r>
            <a:r>
              <a:rPr sz="1050" spc="1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1B2A24"/>
                </a:solidFill>
                <a:latin typeface="Arial"/>
                <a:cs typeface="Arial"/>
              </a:rPr>
              <a:t>Project</a:t>
            </a:r>
            <a:r>
              <a:rPr sz="1050" spc="22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B2A24"/>
                </a:solidFill>
                <a:latin typeface="HGPGothicE"/>
                <a:cs typeface="HGPGothicE"/>
              </a:rPr>
              <a:t>|</a:t>
            </a:r>
            <a:r>
              <a:rPr sz="1050" spc="170" dirty="0">
                <a:solidFill>
                  <a:srgbClr val="1B2A24"/>
                </a:solidFill>
                <a:latin typeface="HGPGothicE"/>
                <a:cs typeface="HGPGothicE"/>
              </a:rPr>
              <a:t> </a:t>
            </a:r>
            <a:r>
              <a:rPr sz="1050" spc="-10" dirty="0">
                <a:solidFill>
                  <a:srgbClr val="1B2A24"/>
                </a:solidFill>
                <a:latin typeface="Arial"/>
                <a:cs typeface="Arial"/>
              </a:rPr>
              <a:t>Dept</a:t>
            </a:r>
            <a:r>
              <a:rPr sz="1000" spc="-1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r>
              <a:rPr sz="1000" spc="3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B2A24"/>
                </a:solidFill>
                <a:latin typeface="Arial"/>
                <a:cs typeface="Arial"/>
              </a:rPr>
              <a:t>of</a:t>
            </a:r>
            <a:r>
              <a:rPr sz="1050" spc="-1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050" spc="-110" dirty="0">
                <a:solidFill>
                  <a:srgbClr val="1B2A24"/>
                </a:solidFill>
                <a:latin typeface="Arial"/>
                <a:cs typeface="Arial"/>
              </a:rPr>
              <a:t>CSE</a:t>
            </a:r>
            <a:r>
              <a:rPr sz="1000" spc="-110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000" spc="50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1B2A24"/>
                </a:solidFill>
                <a:latin typeface="Arial"/>
                <a:cs typeface="Arial"/>
              </a:rPr>
              <a:t>Aditya</a:t>
            </a:r>
            <a:r>
              <a:rPr sz="1050" spc="-3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1B2A24"/>
                </a:solidFill>
                <a:latin typeface="Arial"/>
                <a:cs typeface="Arial"/>
              </a:rPr>
              <a:t>University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0701" y="122682"/>
            <a:ext cx="962405" cy="9624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7479" y="582860"/>
            <a:ext cx="37465" cy="269240"/>
          </a:xfrm>
          <a:custGeom>
            <a:avLst/>
            <a:gdLst/>
            <a:ahLst/>
            <a:cxnLst/>
            <a:rect l="l" t="t" r="r" b="b"/>
            <a:pathLst>
              <a:path w="37465" h="269240">
                <a:moveTo>
                  <a:pt x="37071" y="268814"/>
                </a:moveTo>
                <a:lnTo>
                  <a:pt x="0" y="268814"/>
                </a:lnTo>
                <a:lnTo>
                  <a:pt x="0" y="0"/>
                </a:lnTo>
                <a:lnTo>
                  <a:pt x="37071" y="0"/>
                </a:lnTo>
                <a:lnTo>
                  <a:pt x="37071" y="268814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36585" y="578687"/>
            <a:ext cx="2578100" cy="276860"/>
          </a:xfrm>
          <a:custGeom>
            <a:avLst/>
            <a:gdLst/>
            <a:ahLst/>
            <a:cxnLst/>
            <a:rect l="l" t="t" r="r" b="b"/>
            <a:pathLst>
              <a:path w="2578100" h="276859">
                <a:moveTo>
                  <a:pt x="212852" y="4178"/>
                </a:moveTo>
                <a:lnTo>
                  <a:pt x="175260" y="4178"/>
                </a:lnTo>
                <a:lnTo>
                  <a:pt x="179755" y="238239"/>
                </a:lnTo>
                <a:lnTo>
                  <a:pt x="69253" y="35598"/>
                </a:lnTo>
                <a:lnTo>
                  <a:pt x="52120" y="4178"/>
                </a:lnTo>
                <a:lnTo>
                  <a:pt x="0" y="4178"/>
                </a:lnTo>
                <a:lnTo>
                  <a:pt x="0" y="272986"/>
                </a:lnTo>
                <a:lnTo>
                  <a:pt x="37071" y="272986"/>
                </a:lnTo>
                <a:lnTo>
                  <a:pt x="32766" y="37871"/>
                </a:lnTo>
                <a:lnTo>
                  <a:pt x="160997" y="272986"/>
                </a:lnTo>
                <a:lnTo>
                  <a:pt x="212852" y="272986"/>
                </a:lnTo>
                <a:lnTo>
                  <a:pt x="212852" y="240093"/>
                </a:lnTo>
                <a:lnTo>
                  <a:pt x="212852" y="4178"/>
                </a:lnTo>
                <a:close/>
              </a:path>
              <a:path w="2578100" h="276859">
                <a:moveTo>
                  <a:pt x="450862" y="3708"/>
                </a:moveTo>
                <a:lnTo>
                  <a:pt x="239395" y="3708"/>
                </a:lnTo>
                <a:lnTo>
                  <a:pt x="239395" y="39268"/>
                </a:lnTo>
                <a:lnTo>
                  <a:pt x="326593" y="39268"/>
                </a:lnTo>
                <a:lnTo>
                  <a:pt x="326593" y="272948"/>
                </a:lnTo>
                <a:lnTo>
                  <a:pt x="363931" y="272948"/>
                </a:lnTo>
                <a:lnTo>
                  <a:pt x="363931" y="39268"/>
                </a:lnTo>
                <a:lnTo>
                  <a:pt x="450862" y="39268"/>
                </a:lnTo>
                <a:lnTo>
                  <a:pt x="450862" y="3708"/>
                </a:lnTo>
                <a:close/>
              </a:path>
              <a:path w="2578100" h="276859">
                <a:moveTo>
                  <a:pt x="678611" y="272986"/>
                </a:moveTo>
                <a:lnTo>
                  <a:pt x="665035" y="214947"/>
                </a:lnTo>
                <a:lnTo>
                  <a:pt x="663905" y="209905"/>
                </a:lnTo>
                <a:lnTo>
                  <a:pt x="661504" y="200812"/>
                </a:lnTo>
                <a:lnTo>
                  <a:pt x="647280" y="165252"/>
                </a:lnTo>
                <a:lnTo>
                  <a:pt x="647153" y="165087"/>
                </a:lnTo>
                <a:lnTo>
                  <a:pt x="643636" y="160032"/>
                </a:lnTo>
                <a:lnTo>
                  <a:pt x="617816" y="144005"/>
                </a:lnTo>
                <a:lnTo>
                  <a:pt x="621322" y="143675"/>
                </a:lnTo>
                <a:lnTo>
                  <a:pt x="656590" y="127139"/>
                </a:lnTo>
                <a:lnTo>
                  <a:pt x="657910" y="125310"/>
                </a:lnTo>
                <a:lnTo>
                  <a:pt x="663219" y="117970"/>
                </a:lnTo>
                <a:lnTo>
                  <a:pt x="667943" y="107340"/>
                </a:lnTo>
                <a:lnTo>
                  <a:pt x="670788" y="95262"/>
                </a:lnTo>
                <a:lnTo>
                  <a:pt x="671728" y="81711"/>
                </a:lnTo>
                <a:lnTo>
                  <a:pt x="670928" y="69532"/>
                </a:lnTo>
                <a:lnTo>
                  <a:pt x="651916" y="30441"/>
                </a:lnTo>
                <a:lnTo>
                  <a:pt x="633793" y="16891"/>
                </a:lnTo>
                <a:lnTo>
                  <a:pt x="633793" y="82765"/>
                </a:lnTo>
                <a:lnTo>
                  <a:pt x="632841" y="93319"/>
                </a:lnTo>
                <a:lnTo>
                  <a:pt x="600811" y="122834"/>
                </a:lnTo>
                <a:lnTo>
                  <a:pt x="577392" y="125310"/>
                </a:lnTo>
                <a:lnTo>
                  <a:pt x="516051" y="125310"/>
                </a:lnTo>
                <a:lnTo>
                  <a:pt x="516051" y="38989"/>
                </a:lnTo>
                <a:lnTo>
                  <a:pt x="575221" y="38989"/>
                </a:lnTo>
                <a:lnTo>
                  <a:pt x="618210" y="49339"/>
                </a:lnTo>
                <a:lnTo>
                  <a:pt x="633793" y="82765"/>
                </a:lnTo>
                <a:lnTo>
                  <a:pt x="633793" y="16891"/>
                </a:lnTo>
                <a:lnTo>
                  <a:pt x="590118" y="4711"/>
                </a:lnTo>
                <a:lnTo>
                  <a:pt x="577392" y="4178"/>
                </a:lnTo>
                <a:lnTo>
                  <a:pt x="478980" y="4178"/>
                </a:lnTo>
                <a:lnTo>
                  <a:pt x="478980" y="272986"/>
                </a:lnTo>
                <a:lnTo>
                  <a:pt x="516051" y="272986"/>
                </a:lnTo>
                <a:lnTo>
                  <a:pt x="516051" y="160032"/>
                </a:lnTo>
                <a:lnTo>
                  <a:pt x="583577" y="160032"/>
                </a:lnTo>
                <a:lnTo>
                  <a:pt x="614641" y="182308"/>
                </a:lnTo>
                <a:lnTo>
                  <a:pt x="639711" y="272986"/>
                </a:lnTo>
                <a:lnTo>
                  <a:pt x="678611" y="272986"/>
                </a:lnTo>
                <a:close/>
              </a:path>
              <a:path w="2578100" h="276859">
                <a:moveTo>
                  <a:pt x="946670" y="136893"/>
                </a:moveTo>
                <a:lnTo>
                  <a:pt x="945781" y="118491"/>
                </a:lnTo>
                <a:lnTo>
                  <a:pt x="945756" y="118351"/>
                </a:lnTo>
                <a:lnTo>
                  <a:pt x="943063" y="100812"/>
                </a:lnTo>
                <a:lnTo>
                  <a:pt x="925728" y="55816"/>
                </a:lnTo>
                <a:lnTo>
                  <a:pt x="908735" y="33870"/>
                </a:lnTo>
                <a:lnTo>
                  <a:pt x="908735" y="136893"/>
                </a:lnTo>
                <a:lnTo>
                  <a:pt x="908126" y="151841"/>
                </a:lnTo>
                <a:lnTo>
                  <a:pt x="898994" y="191185"/>
                </a:lnTo>
                <a:lnTo>
                  <a:pt x="870445" y="227825"/>
                </a:lnTo>
                <a:lnTo>
                  <a:pt x="825106" y="241058"/>
                </a:lnTo>
                <a:lnTo>
                  <a:pt x="812228" y="240233"/>
                </a:lnTo>
                <a:lnTo>
                  <a:pt x="770763" y="220776"/>
                </a:lnTo>
                <a:lnTo>
                  <a:pt x="746645" y="178981"/>
                </a:lnTo>
                <a:lnTo>
                  <a:pt x="741133" y="136893"/>
                </a:lnTo>
                <a:lnTo>
                  <a:pt x="741743" y="122656"/>
                </a:lnTo>
                <a:lnTo>
                  <a:pt x="750963" y="84670"/>
                </a:lnTo>
                <a:lnTo>
                  <a:pt x="779602" y="48729"/>
                </a:lnTo>
                <a:lnTo>
                  <a:pt x="825106" y="35763"/>
                </a:lnTo>
                <a:lnTo>
                  <a:pt x="837882" y="36576"/>
                </a:lnTo>
                <a:lnTo>
                  <a:pt x="879068" y="55816"/>
                </a:lnTo>
                <a:lnTo>
                  <a:pt x="903160" y="96558"/>
                </a:lnTo>
                <a:lnTo>
                  <a:pt x="908735" y="136893"/>
                </a:lnTo>
                <a:lnTo>
                  <a:pt x="908735" y="33870"/>
                </a:lnTo>
                <a:lnTo>
                  <a:pt x="875753" y="10287"/>
                </a:lnTo>
                <a:lnTo>
                  <a:pt x="825106" y="0"/>
                </a:lnTo>
                <a:lnTo>
                  <a:pt x="806856" y="1143"/>
                </a:lnTo>
                <a:lnTo>
                  <a:pt x="759587" y="18275"/>
                </a:lnTo>
                <a:lnTo>
                  <a:pt x="725462" y="52933"/>
                </a:lnTo>
                <a:lnTo>
                  <a:pt x="717308" y="67881"/>
                </a:lnTo>
                <a:lnTo>
                  <a:pt x="711022" y="83718"/>
                </a:lnTo>
                <a:lnTo>
                  <a:pt x="710958" y="83947"/>
                </a:lnTo>
                <a:lnTo>
                  <a:pt x="706475" y="100596"/>
                </a:lnTo>
                <a:lnTo>
                  <a:pt x="706437" y="100812"/>
                </a:lnTo>
                <a:lnTo>
                  <a:pt x="703745" y="118351"/>
                </a:lnTo>
                <a:lnTo>
                  <a:pt x="703745" y="118491"/>
                </a:lnTo>
                <a:lnTo>
                  <a:pt x="702843" y="136893"/>
                </a:lnTo>
                <a:lnTo>
                  <a:pt x="710920" y="191681"/>
                </a:lnTo>
                <a:lnTo>
                  <a:pt x="734885" y="236524"/>
                </a:lnTo>
                <a:lnTo>
                  <a:pt x="773760" y="266446"/>
                </a:lnTo>
                <a:lnTo>
                  <a:pt x="825106" y="276821"/>
                </a:lnTo>
                <a:lnTo>
                  <a:pt x="843356" y="275666"/>
                </a:lnTo>
                <a:lnTo>
                  <a:pt x="890549" y="258368"/>
                </a:lnTo>
                <a:lnTo>
                  <a:pt x="924560" y="223126"/>
                </a:lnTo>
                <a:lnTo>
                  <a:pt x="943140" y="174371"/>
                </a:lnTo>
                <a:lnTo>
                  <a:pt x="945794" y="156133"/>
                </a:lnTo>
                <a:lnTo>
                  <a:pt x="946670" y="136893"/>
                </a:lnTo>
                <a:close/>
              </a:path>
              <a:path w="2578100" h="276859">
                <a:moveTo>
                  <a:pt x="1215326" y="133845"/>
                </a:moveTo>
                <a:lnTo>
                  <a:pt x="1206652" y="79654"/>
                </a:lnTo>
                <a:lnTo>
                  <a:pt x="1181290" y="37833"/>
                </a:lnTo>
                <a:lnTo>
                  <a:pt x="1177290" y="34251"/>
                </a:lnTo>
                <a:lnTo>
                  <a:pt x="1177290" y="134886"/>
                </a:lnTo>
                <a:lnTo>
                  <a:pt x="1175639" y="160312"/>
                </a:lnTo>
                <a:lnTo>
                  <a:pt x="1162456" y="199732"/>
                </a:lnTo>
                <a:lnTo>
                  <a:pt x="1118616" y="231813"/>
                </a:lnTo>
                <a:lnTo>
                  <a:pt x="1074432" y="237832"/>
                </a:lnTo>
                <a:lnTo>
                  <a:pt x="1026045" y="237832"/>
                </a:lnTo>
                <a:lnTo>
                  <a:pt x="1026045" y="37071"/>
                </a:lnTo>
                <a:lnTo>
                  <a:pt x="1083398" y="37071"/>
                </a:lnTo>
                <a:lnTo>
                  <a:pt x="1123289" y="43484"/>
                </a:lnTo>
                <a:lnTo>
                  <a:pt x="1163535" y="76885"/>
                </a:lnTo>
                <a:lnTo>
                  <a:pt x="1175867" y="114503"/>
                </a:lnTo>
                <a:lnTo>
                  <a:pt x="1177290" y="134886"/>
                </a:lnTo>
                <a:lnTo>
                  <a:pt x="1177290" y="34251"/>
                </a:lnTo>
                <a:lnTo>
                  <a:pt x="1141209" y="11480"/>
                </a:lnTo>
                <a:lnTo>
                  <a:pt x="1089139" y="2527"/>
                </a:lnTo>
                <a:lnTo>
                  <a:pt x="988974" y="2527"/>
                </a:lnTo>
                <a:lnTo>
                  <a:pt x="988974" y="272986"/>
                </a:lnTo>
                <a:lnTo>
                  <a:pt x="1079830" y="272986"/>
                </a:lnTo>
                <a:lnTo>
                  <a:pt x="1135481" y="264439"/>
                </a:lnTo>
                <a:lnTo>
                  <a:pt x="1178509" y="238798"/>
                </a:lnTo>
                <a:lnTo>
                  <a:pt x="1179309" y="237832"/>
                </a:lnTo>
                <a:lnTo>
                  <a:pt x="1194612" y="219405"/>
                </a:lnTo>
                <a:lnTo>
                  <a:pt x="1206119" y="195453"/>
                </a:lnTo>
                <a:lnTo>
                  <a:pt x="1213015" y="166928"/>
                </a:lnTo>
                <a:lnTo>
                  <a:pt x="1215326" y="133845"/>
                </a:lnTo>
                <a:close/>
              </a:path>
              <a:path w="2578100" h="276859">
                <a:moveTo>
                  <a:pt x="1467777" y="4178"/>
                </a:moveTo>
                <a:lnTo>
                  <a:pt x="1430439" y="4178"/>
                </a:lnTo>
                <a:lnTo>
                  <a:pt x="1430439" y="164045"/>
                </a:lnTo>
                <a:lnTo>
                  <a:pt x="1429372" y="181343"/>
                </a:lnTo>
                <a:lnTo>
                  <a:pt x="1413383" y="221132"/>
                </a:lnTo>
                <a:lnTo>
                  <a:pt x="1378140" y="240296"/>
                </a:lnTo>
                <a:lnTo>
                  <a:pt x="1362036" y="241579"/>
                </a:lnTo>
                <a:lnTo>
                  <a:pt x="1345793" y="240296"/>
                </a:lnTo>
                <a:lnTo>
                  <a:pt x="1310347" y="221132"/>
                </a:lnTo>
                <a:lnTo>
                  <a:pt x="1294447" y="181343"/>
                </a:lnTo>
                <a:lnTo>
                  <a:pt x="1293380" y="164045"/>
                </a:lnTo>
                <a:lnTo>
                  <a:pt x="1293380" y="4178"/>
                </a:lnTo>
                <a:lnTo>
                  <a:pt x="1256309" y="4178"/>
                </a:lnTo>
                <a:lnTo>
                  <a:pt x="1256309" y="166992"/>
                </a:lnTo>
                <a:lnTo>
                  <a:pt x="1257998" y="191109"/>
                </a:lnTo>
                <a:lnTo>
                  <a:pt x="1271485" y="231317"/>
                </a:lnTo>
                <a:lnTo>
                  <a:pt x="1298359" y="260273"/>
                </a:lnTo>
                <a:lnTo>
                  <a:pt x="1337729" y="274980"/>
                </a:lnTo>
                <a:lnTo>
                  <a:pt x="1362036" y="276821"/>
                </a:lnTo>
                <a:lnTo>
                  <a:pt x="1386446" y="274993"/>
                </a:lnTo>
                <a:lnTo>
                  <a:pt x="1425879" y="260324"/>
                </a:lnTo>
                <a:lnTo>
                  <a:pt x="1452651" y="231470"/>
                </a:lnTo>
                <a:lnTo>
                  <a:pt x="1466100" y="191223"/>
                </a:lnTo>
                <a:lnTo>
                  <a:pt x="1467777" y="166992"/>
                </a:lnTo>
                <a:lnTo>
                  <a:pt x="1467777" y="4178"/>
                </a:lnTo>
                <a:close/>
              </a:path>
              <a:path w="2578100" h="276859">
                <a:moveTo>
                  <a:pt x="1738934" y="191884"/>
                </a:moveTo>
                <a:lnTo>
                  <a:pt x="1704568" y="181178"/>
                </a:lnTo>
                <a:lnTo>
                  <a:pt x="1699387" y="196151"/>
                </a:lnTo>
                <a:lnTo>
                  <a:pt x="1692922" y="208838"/>
                </a:lnTo>
                <a:lnTo>
                  <a:pt x="1654962" y="237832"/>
                </a:lnTo>
                <a:lnTo>
                  <a:pt x="1630337" y="241312"/>
                </a:lnTo>
                <a:lnTo>
                  <a:pt x="1616900" y="240525"/>
                </a:lnTo>
                <a:lnTo>
                  <a:pt x="1573784" y="221678"/>
                </a:lnTo>
                <a:lnTo>
                  <a:pt x="1548866" y="180352"/>
                </a:lnTo>
                <a:lnTo>
                  <a:pt x="1543138" y="137414"/>
                </a:lnTo>
                <a:lnTo>
                  <a:pt x="1543773" y="122682"/>
                </a:lnTo>
                <a:lnTo>
                  <a:pt x="1553235" y="83896"/>
                </a:lnTo>
                <a:lnTo>
                  <a:pt x="1581861" y="48120"/>
                </a:lnTo>
                <a:lnTo>
                  <a:pt x="1625282" y="35598"/>
                </a:lnTo>
                <a:lnTo>
                  <a:pt x="1633448" y="35979"/>
                </a:lnTo>
                <a:lnTo>
                  <a:pt x="1671739" y="49555"/>
                </a:lnTo>
                <a:lnTo>
                  <a:pt x="1699691" y="86029"/>
                </a:lnTo>
                <a:lnTo>
                  <a:pt x="1703514" y="97472"/>
                </a:lnTo>
                <a:lnTo>
                  <a:pt x="1737283" y="85369"/>
                </a:lnTo>
                <a:lnTo>
                  <a:pt x="1720316" y="46799"/>
                </a:lnTo>
                <a:lnTo>
                  <a:pt x="1678520" y="11455"/>
                </a:lnTo>
                <a:lnTo>
                  <a:pt x="1625193" y="0"/>
                </a:lnTo>
                <a:lnTo>
                  <a:pt x="1607502" y="1104"/>
                </a:lnTo>
                <a:lnTo>
                  <a:pt x="1561325" y="17576"/>
                </a:lnTo>
                <a:lnTo>
                  <a:pt x="1527568" y="51587"/>
                </a:lnTo>
                <a:lnTo>
                  <a:pt x="1508506" y="99669"/>
                </a:lnTo>
                <a:lnTo>
                  <a:pt x="1504848" y="137414"/>
                </a:lnTo>
                <a:lnTo>
                  <a:pt x="1505775" y="157467"/>
                </a:lnTo>
                <a:lnTo>
                  <a:pt x="1519732" y="210337"/>
                </a:lnTo>
                <a:lnTo>
                  <a:pt x="1549438" y="249707"/>
                </a:lnTo>
                <a:lnTo>
                  <a:pt x="1593024" y="272453"/>
                </a:lnTo>
                <a:lnTo>
                  <a:pt x="1628152" y="276821"/>
                </a:lnTo>
                <a:lnTo>
                  <a:pt x="1646567" y="275640"/>
                </a:lnTo>
                <a:lnTo>
                  <a:pt x="1696034" y="257327"/>
                </a:lnTo>
                <a:lnTo>
                  <a:pt x="1731492" y="213144"/>
                </a:lnTo>
                <a:lnTo>
                  <a:pt x="1738934" y="191884"/>
                </a:lnTo>
                <a:close/>
              </a:path>
              <a:path w="2578100" h="276859">
                <a:moveTo>
                  <a:pt x="1969160" y="3708"/>
                </a:moveTo>
                <a:lnTo>
                  <a:pt x="1757692" y="3708"/>
                </a:lnTo>
                <a:lnTo>
                  <a:pt x="1757692" y="39268"/>
                </a:lnTo>
                <a:lnTo>
                  <a:pt x="1844890" y="39268"/>
                </a:lnTo>
                <a:lnTo>
                  <a:pt x="1844890" y="272948"/>
                </a:lnTo>
                <a:lnTo>
                  <a:pt x="1882228" y="272948"/>
                </a:lnTo>
                <a:lnTo>
                  <a:pt x="1882228" y="39268"/>
                </a:lnTo>
                <a:lnTo>
                  <a:pt x="1969160" y="39268"/>
                </a:lnTo>
                <a:lnTo>
                  <a:pt x="1969160" y="3708"/>
                </a:lnTo>
                <a:close/>
              </a:path>
              <a:path w="2578100" h="276859">
                <a:moveTo>
                  <a:pt x="2034336" y="4178"/>
                </a:moveTo>
                <a:lnTo>
                  <a:pt x="1997265" y="4178"/>
                </a:lnTo>
                <a:lnTo>
                  <a:pt x="1997265" y="272986"/>
                </a:lnTo>
                <a:lnTo>
                  <a:pt x="2034336" y="272986"/>
                </a:lnTo>
                <a:lnTo>
                  <a:pt x="2034336" y="4178"/>
                </a:lnTo>
                <a:close/>
              </a:path>
              <a:path w="2578100" h="276859">
                <a:moveTo>
                  <a:pt x="2322550" y="136893"/>
                </a:moveTo>
                <a:lnTo>
                  <a:pt x="2321661" y="118491"/>
                </a:lnTo>
                <a:lnTo>
                  <a:pt x="2321636" y="118351"/>
                </a:lnTo>
                <a:lnTo>
                  <a:pt x="2318943" y="100812"/>
                </a:lnTo>
                <a:lnTo>
                  <a:pt x="2301595" y="55816"/>
                </a:lnTo>
                <a:lnTo>
                  <a:pt x="2284615" y="33883"/>
                </a:lnTo>
                <a:lnTo>
                  <a:pt x="2284615" y="136893"/>
                </a:lnTo>
                <a:lnTo>
                  <a:pt x="2284006" y="151841"/>
                </a:lnTo>
                <a:lnTo>
                  <a:pt x="2274874" y="191185"/>
                </a:lnTo>
                <a:lnTo>
                  <a:pt x="2246325" y="227825"/>
                </a:lnTo>
                <a:lnTo>
                  <a:pt x="2200986" y="241058"/>
                </a:lnTo>
                <a:lnTo>
                  <a:pt x="2188108" y="240233"/>
                </a:lnTo>
                <a:lnTo>
                  <a:pt x="2146643" y="220776"/>
                </a:lnTo>
                <a:lnTo>
                  <a:pt x="2122525" y="178981"/>
                </a:lnTo>
                <a:lnTo>
                  <a:pt x="2117013" y="136893"/>
                </a:lnTo>
                <a:lnTo>
                  <a:pt x="2117623" y="122656"/>
                </a:lnTo>
                <a:lnTo>
                  <a:pt x="2126843" y="84670"/>
                </a:lnTo>
                <a:lnTo>
                  <a:pt x="2155469" y="48729"/>
                </a:lnTo>
                <a:lnTo>
                  <a:pt x="2200986" y="35763"/>
                </a:lnTo>
                <a:lnTo>
                  <a:pt x="2213762" y="36576"/>
                </a:lnTo>
                <a:lnTo>
                  <a:pt x="2254948" y="55816"/>
                </a:lnTo>
                <a:lnTo>
                  <a:pt x="2279040" y="96558"/>
                </a:lnTo>
                <a:lnTo>
                  <a:pt x="2284615" y="136893"/>
                </a:lnTo>
                <a:lnTo>
                  <a:pt x="2284615" y="33883"/>
                </a:lnTo>
                <a:lnTo>
                  <a:pt x="2251633" y="10287"/>
                </a:lnTo>
                <a:lnTo>
                  <a:pt x="2200986" y="0"/>
                </a:lnTo>
                <a:lnTo>
                  <a:pt x="2182723" y="1143"/>
                </a:lnTo>
                <a:lnTo>
                  <a:pt x="2135454" y="18275"/>
                </a:lnTo>
                <a:lnTo>
                  <a:pt x="2101342" y="52933"/>
                </a:lnTo>
                <a:lnTo>
                  <a:pt x="2093188" y="67881"/>
                </a:lnTo>
                <a:lnTo>
                  <a:pt x="2086889" y="83718"/>
                </a:lnTo>
                <a:lnTo>
                  <a:pt x="2086838" y="83947"/>
                </a:lnTo>
                <a:lnTo>
                  <a:pt x="2082355" y="100596"/>
                </a:lnTo>
                <a:lnTo>
                  <a:pt x="2082317" y="100812"/>
                </a:lnTo>
                <a:lnTo>
                  <a:pt x="2079625" y="118351"/>
                </a:lnTo>
                <a:lnTo>
                  <a:pt x="2079625" y="118491"/>
                </a:lnTo>
                <a:lnTo>
                  <a:pt x="2078723" y="136893"/>
                </a:lnTo>
                <a:lnTo>
                  <a:pt x="2086800" y="191681"/>
                </a:lnTo>
                <a:lnTo>
                  <a:pt x="2110765" y="236524"/>
                </a:lnTo>
                <a:lnTo>
                  <a:pt x="2149640" y="266446"/>
                </a:lnTo>
                <a:lnTo>
                  <a:pt x="2200986" y="276821"/>
                </a:lnTo>
                <a:lnTo>
                  <a:pt x="2219236" y="275666"/>
                </a:lnTo>
                <a:lnTo>
                  <a:pt x="2266429" y="258368"/>
                </a:lnTo>
                <a:lnTo>
                  <a:pt x="2300440" y="223126"/>
                </a:lnTo>
                <a:lnTo>
                  <a:pt x="2319007" y="174371"/>
                </a:lnTo>
                <a:lnTo>
                  <a:pt x="2321674" y="156133"/>
                </a:lnTo>
                <a:lnTo>
                  <a:pt x="2322550" y="136893"/>
                </a:lnTo>
                <a:close/>
              </a:path>
              <a:path w="2578100" h="276859">
                <a:moveTo>
                  <a:pt x="2577706" y="4178"/>
                </a:moveTo>
                <a:lnTo>
                  <a:pt x="2540114" y="4178"/>
                </a:lnTo>
                <a:lnTo>
                  <a:pt x="2544610" y="238239"/>
                </a:lnTo>
                <a:lnTo>
                  <a:pt x="2434107" y="35598"/>
                </a:lnTo>
                <a:lnTo>
                  <a:pt x="2416975" y="4178"/>
                </a:lnTo>
                <a:lnTo>
                  <a:pt x="2364854" y="4178"/>
                </a:lnTo>
                <a:lnTo>
                  <a:pt x="2364854" y="272986"/>
                </a:lnTo>
                <a:lnTo>
                  <a:pt x="2401925" y="272986"/>
                </a:lnTo>
                <a:lnTo>
                  <a:pt x="2397620" y="37871"/>
                </a:lnTo>
                <a:lnTo>
                  <a:pt x="2525839" y="272986"/>
                </a:lnTo>
                <a:lnTo>
                  <a:pt x="2577706" y="272986"/>
                </a:lnTo>
                <a:lnTo>
                  <a:pt x="2577706" y="240093"/>
                </a:lnTo>
                <a:lnTo>
                  <a:pt x="2577706" y="4178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9104" y="1556585"/>
            <a:ext cx="8629650" cy="50419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212725" marR="5080" indent="-200660">
              <a:lnSpc>
                <a:spcPct val="103000"/>
              </a:lnSpc>
              <a:spcBef>
                <a:spcPts val="35"/>
              </a:spcBef>
              <a:buSzPct val="93333"/>
              <a:buChar char="▪"/>
              <a:tabLst>
                <a:tab pos="212725" algn="l"/>
              </a:tabLst>
            </a:pP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Pe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rson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l fin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i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l 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m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g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m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nt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is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00" spc="-9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routin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h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ll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ng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70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450" spc="3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m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nu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tr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ac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king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oft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f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ils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v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ea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l 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sp</a:t>
            </a:r>
            <a:r>
              <a:rPr sz="1500" spc="-3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3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ing </a:t>
            </a:r>
            <a:r>
              <a:rPr sz="1550" spc="-10" dirty="0">
                <a:solidFill>
                  <a:srgbClr val="1B2A24"/>
                </a:solidFill>
                <a:latin typeface="Arial"/>
                <a:cs typeface="Arial"/>
              </a:rPr>
              <a:t>p</a:t>
            </a:r>
            <a:r>
              <a:rPr sz="1500" spc="-1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0" dirty="0">
                <a:solidFill>
                  <a:srgbClr val="1B2A24"/>
                </a:solidFill>
                <a:latin typeface="Arial"/>
                <a:cs typeface="Arial"/>
              </a:rPr>
              <a:t>tt</a:t>
            </a:r>
            <a:r>
              <a:rPr sz="1500" spc="-1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10" dirty="0">
                <a:solidFill>
                  <a:srgbClr val="1B2A24"/>
                </a:solidFill>
                <a:latin typeface="Arial"/>
                <a:cs typeface="Arial"/>
              </a:rPr>
              <a:t>rns</a:t>
            </a:r>
            <a:r>
              <a:rPr sz="1450" spc="-1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9605" y="2199303"/>
            <a:ext cx="8202295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U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rst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ing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wh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mon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y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go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eac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h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month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is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ss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nti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for</a:t>
            </a:r>
            <a:r>
              <a:rPr sz="1550" spc="-2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ff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ec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tiv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b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u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g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ting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long</a:t>
            </a:r>
            <a:r>
              <a:rPr sz="1450" spc="-55" dirty="0">
                <a:solidFill>
                  <a:srgbClr val="1B2A24"/>
                </a:solidFill>
                <a:latin typeface="Calibri"/>
                <a:cs typeface="Calibri"/>
              </a:rPr>
              <a:t>-</a:t>
            </a:r>
            <a:r>
              <a:rPr sz="1550" spc="-2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2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25" dirty="0">
                <a:solidFill>
                  <a:srgbClr val="1B2A24"/>
                </a:solidFill>
                <a:latin typeface="Arial"/>
                <a:cs typeface="Arial"/>
              </a:rPr>
              <a:t>rm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ving</a:t>
            </a:r>
            <a:r>
              <a:rPr sz="1450" spc="-4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9605" y="2598634"/>
            <a:ext cx="8408670" cy="25006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spc="204" dirty="0">
                <a:solidFill>
                  <a:srgbClr val="1B2A24"/>
                </a:solidFill>
                <a:latin typeface="Arial"/>
                <a:cs typeface="Arial"/>
              </a:rPr>
              <a:t>his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proj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ec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9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ppli</a:t>
            </a:r>
            <a:r>
              <a:rPr sz="1500" spc="-9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lysis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ppro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ac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h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p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rson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l 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xp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ns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ec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or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2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9605" y="2997966"/>
            <a:ext cx="8890635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P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ython</a:t>
            </a:r>
            <a:r>
              <a:rPr sz="1450" spc="-60" dirty="0">
                <a:solidFill>
                  <a:srgbClr val="1B2A24"/>
                </a:solidFill>
                <a:latin typeface="Calibri"/>
                <a:cs typeface="Calibri"/>
              </a:rPr>
              <a:t>-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ba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ed 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tools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75" dirty="0">
                <a:solidFill>
                  <a:srgbClr val="1B2A24"/>
                </a:solidFill>
                <a:latin typeface="Calibri"/>
                <a:cs typeface="Calibri"/>
              </a:rPr>
              <a:t>(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Pa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450" spc="-75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450" spc="3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um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P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y</a:t>
            </a:r>
            <a:r>
              <a:rPr sz="1450" spc="-100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450" spc="30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Ma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tplotli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b</a:t>
            </a:r>
            <a:r>
              <a:rPr sz="1450" spc="-55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450" spc="3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Seab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orn</a:t>
            </a:r>
            <a:r>
              <a:rPr sz="1450" spc="-60" dirty="0">
                <a:solidFill>
                  <a:srgbClr val="1B2A24"/>
                </a:solidFill>
                <a:latin typeface="Calibri"/>
                <a:cs typeface="Calibri"/>
              </a:rPr>
              <a:t>)</a:t>
            </a:r>
            <a:r>
              <a:rPr sz="1450" spc="3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00" spc="-9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9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us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ed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50" spc="-70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450" spc="30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xplor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65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450" spc="3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visu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liz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sp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ing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1B2A24"/>
                </a:solidFill>
                <a:latin typeface="Arial"/>
                <a:cs typeface="Arial"/>
              </a:rPr>
              <a:t>da</a:t>
            </a:r>
            <a:r>
              <a:rPr sz="1550" spc="-10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1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1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9104" y="2207158"/>
            <a:ext cx="7514590" cy="17004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▪</a:t>
            </a:r>
            <a:endParaRPr lang="en-IN"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lang="en-IN" sz="1400" spc="-50" dirty="0">
                <a:solidFill>
                  <a:srgbClr val="1B2A24"/>
                </a:solidFill>
                <a:latin typeface="Arial"/>
                <a:cs typeface="Arial"/>
              </a:rPr>
              <a:t>▪ T                                                                                                                                                                         </a:t>
            </a:r>
            <a:endParaRPr lang="en-IN"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▪</a:t>
            </a:r>
            <a:r>
              <a:rPr lang="en-IN" sz="1400" spc="-50" dirty="0">
                <a:solidFill>
                  <a:srgbClr val="1B2A24"/>
                </a:solidFill>
                <a:latin typeface="Arial"/>
                <a:cs typeface="Arial"/>
              </a:rPr>
              <a:t>                                                  </a:t>
            </a:r>
            <a:endParaRPr sz="1400" dirty="0">
              <a:latin typeface="Arial"/>
              <a:cs typeface="Arial"/>
            </a:endParaRPr>
          </a:p>
          <a:p>
            <a:pPr marL="212725" indent="-200025">
              <a:lnSpc>
                <a:spcPct val="100000"/>
              </a:lnSpc>
              <a:spcBef>
                <a:spcPts val="1390"/>
              </a:spcBef>
              <a:buSzPct val="90322"/>
              <a:buChar char="▪"/>
              <a:tabLst>
                <a:tab pos="212725" algn="l"/>
              </a:tabLst>
            </a:pPr>
            <a:r>
              <a:rPr lang="en-US" sz="1550" spc="320" dirty="0">
                <a:solidFill>
                  <a:srgbClr val="1B2A24"/>
                </a:solidFill>
                <a:latin typeface="Arial"/>
                <a:cs typeface="Arial"/>
              </a:rPr>
              <a:t>The</a:t>
            </a:r>
            <a:r>
              <a:rPr sz="1500" spc="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go</a:t>
            </a:r>
            <a:r>
              <a:rPr sz="1500" spc="-9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is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onv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rt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w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tr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ns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ac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tion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into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450" spc="-70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450" spc="3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ac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tion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ab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insight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ab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out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00" spc="-9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ving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be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h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vior</a:t>
            </a:r>
            <a:r>
              <a:rPr sz="1450" spc="-4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701" y="122682"/>
            <a:ext cx="962405" cy="96240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9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7469" y="578687"/>
            <a:ext cx="1680845" cy="276860"/>
          </a:xfrm>
          <a:custGeom>
            <a:avLst/>
            <a:gdLst/>
            <a:ahLst/>
            <a:cxnLst/>
            <a:rect l="l" t="t" r="r" b="b"/>
            <a:pathLst>
              <a:path w="1680845" h="276859">
                <a:moveTo>
                  <a:pt x="195021" y="88506"/>
                </a:moveTo>
                <a:lnTo>
                  <a:pt x="181965" y="41516"/>
                </a:lnTo>
                <a:lnTo>
                  <a:pt x="156730" y="18059"/>
                </a:lnTo>
                <a:lnTo>
                  <a:pt x="156730" y="89547"/>
                </a:lnTo>
                <a:lnTo>
                  <a:pt x="155740" y="101600"/>
                </a:lnTo>
                <a:lnTo>
                  <a:pt x="131889" y="133197"/>
                </a:lnTo>
                <a:lnTo>
                  <a:pt x="91808" y="140195"/>
                </a:lnTo>
                <a:lnTo>
                  <a:pt x="37071" y="140195"/>
                </a:lnTo>
                <a:lnTo>
                  <a:pt x="37071" y="38989"/>
                </a:lnTo>
                <a:lnTo>
                  <a:pt x="96774" y="38989"/>
                </a:lnTo>
                <a:lnTo>
                  <a:pt x="141325" y="51777"/>
                </a:lnTo>
                <a:lnTo>
                  <a:pt x="156730" y="89547"/>
                </a:lnTo>
                <a:lnTo>
                  <a:pt x="156730" y="18059"/>
                </a:lnTo>
                <a:lnTo>
                  <a:pt x="112801" y="4749"/>
                </a:lnTo>
                <a:lnTo>
                  <a:pt x="100342" y="4178"/>
                </a:lnTo>
                <a:lnTo>
                  <a:pt x="0" y="4178"/>
                </a:lnTo>
                <a:lnTo>
                  <a:pt x="0" y="272986"/>
                </a:lnTo>
                <a:lnTo>
                  <a:pt x="37071" y="272986"/>
                </a:lnTo>
                <a:lnTo>
                  <a:pt x="37071" y="175793"/>
                </a:lnTo>
                <a:lnTo>
                  <a:pt x="95732" y="175437"/>
                </a:lnTo>
                <a:lnTo>
                  <a:pt x="134366" y="170027"/>
                </a:lnTo>
                <a:lnTo>
                  <a:pt x="174358" y="146456"/>
                </a:lnTo>
                <a:lnTo>
                  <a:pt x="179336" y="140195"/>
                </a:lnTo>
                <a:lnTo>
                  <a:pt x="181622" y="137325"/>
                </a:lnTo>
                <a:lnTo>
                  <a:pt x="187490" y="126898"/>
                </a:lnTo>
                <a:lnTo>
                  <a:pt x="191668" y="115290"/>
                </a:lnTo>
                <a:lnTo>
                  <a:pt x="194183" y="102489"/>
                </a:lnTo>
                <a:lnTo>
                  <a:pt x="194233" y="101600"/>
                </a:lnTo>
                <a:lnTo>
                  <a:pt x="195021" y="88506"/>
                </a:lnTo>
                <a:close/>
              </a:path>
              <a:path w="1680845" h="276859">
                <a:moveTo>
                  <a:pt x="433552" y="272986"/>
                </a:moveTo>
                <a:lnTo>
                  <a:pt x="419976" y="214947"/>
                </a:lnTo>
                <a:lnTo>
                  <a:pt x="418846" y="209905"/>
                </a:lnTo>
                <a:lnTo>
                  <a:pt x="416445" y="200812"/>
                </a:lnTo>
                <a:lnTo>
                  <a:pt x="402221" y="165252"/>
                </a:lnTo>
                <a:lnTo>
                  <a:pt x="372757" y="144005"/>
                </a:lnTo>
                <a:lnTo>
                  <a:pt x="376262" y="143675"/>
                </a:lnTo>
                <a:lnTo>
                  <a:pt x="411530" y="127139"/>
                </a:lnTo>
                <a:lnTo>
                  <a:pt x="412851" y="125310"/>
                </a:lnTo>
                <a:lnTo>
                  <a:pt x="418160" y="117970"/>
                </a:lnTo>
                <a:lnTo>
                  <a:pt x="422897" y="107340"/>
                </a:lnTo>
                <a:lnTo>
                  <a:pt x="425729" y="95262"/>
                </a:lnTo>
                <a:lnTo>
                  <a:pt x="426681" y="81711"/>
                </a:lnTo>
                <a:lnTo>
                  <a:pt x="425869" y="69532"/>
                </a:lnTo>
                <a:lnTo>
                  <a:pt x="423456" y="58305"/>
                </a:lnTo>
                <a:lnTo>
                  <a:pt x="419430" y="48044"/>
                </a:lnTo>
                <a:lnTo>
                  <a:pt x="413956" y="38989"/>
                </a:lnTo>
                <a:lnTo>
                  <a:pt x="413804" y="38722"/>
                </a:lnTo>
                <a:lnTo>
                  <a:pt x="406869" y="30441"/>
                </a:lnTo>
                <a:lnTo>
                  <a:pt x="398868" y="23317"/>
                </a:lnTo>
                <a:lnTo>
                  <a:pt x="389813" y="17386"/>
                </a:lnTo>
                <a:lnTo>
                  <a:pt x="388734" y="16891"/>
                </a:lnTo>
                <a:lnTo>
                  <a:pt x="388734" y="82765"/>
                </a:lnTo>
                <a:lnTo>
                  <a:pt x="387794" y="93319"/>
                </a:lnTo>
                <a:lnTo>
                  <a:pt x="355752" y="122834"/>
                </a:lnTo>
                <a:lnTo>
                  <a:pt x="332346" y="125310"/>
                </a:lnTo>
                <a:lnTo>
                  <a:pt x="270992" y="125310"/>
                </a:lnTo>
                <a:lnTo>
                  <a:pt x="270992" y="38989"/>
                </a:lnTo>
                <a:lnTo>
                  <a:pt x="330174" y="38989"/>
                </a:lnTo>
                <a:lnTo>
                  <a:pt x="373164" y="49339"/>
                </a:lnTo>
                <a:lnTo>
                  <a:pt x="388734" y="82765"/>
                </a:lnTo>
                <a:lnTo>
                  <a:pt x="388734" y="16891"/>
                </a:lnTo>
                <a:lnTo>
                  <a:pt x="345059" y="4711"/>
                </a:lnTo>
                <a:lnTo>
                  <a:pt x="332346" y="4178"/>
                </a:lnTo>
                <a:lnTo>
                  <a:pt x="233921" y="4178"/>
                </a:lnTo>
                <a:lnTo>
                  <a:pt x="233921" y="272986"/>
                </a:lnTo>
                <a:lnTo>
                  <a:pt x="270992" y="272986"/>
                </a:lnTo>
                <a:lnTo>
                  <a:pt x="270992" y="160032"/>
                </a:lnTo>
                <a:lnTo>
                  <a:pt x="338518" y="160032"/>
                </a:lnTo>
                <a:lnTo>
                  <a:pt x="369595" y="182308"/>
                </a:lnTo>
                <a:lnTo>
                  <a:pt x="394652" y="272986"/>
                </a:lnTo>
                <a:lnTo>
                  <a:pt x="433552" y="272986"/>
                </a:lnTo>
                <a:close/>
              </a:path>
              <a:path w="1680845" h="276859">
                <a:moveTo>
                  <a:pt x="701624" y="136893"/>
                </a:moveTo>
                <a:lnTo>
                  <a:pt x="700722" y="118491"/>
                </a:lnTo>
                <a:lnTo>
                  <a:pt x="700697" y="118351"/>
                </a:lnTo>
                <a:lnTo>
                  <a:pt x="698017" y="100812"/>
                </a:lnTo>
                <a:lnTo>
                  <a:pt x="697953" y="100596"/>
                </a:lnTo>
                <a:lnTo>
                  <a:pt x="693496" y="83947"/>
                </a:lnTo>
                <a:lnTo>
                  <a:pt x="693407" y="83718"/>
                </a:lnTo>
                <a:lnTo>
                  <a:pt x="687184" y="67881"/>
                </a:lnTo>
                <a:lnTo>
                  <a:pt x="687082" y="67703"/>
                </a:lnTo>
                <a:lnTo>
                  <a:pt x="680669" y="55816"/>
                </a:lnTo>
                <a:lnTo>
                  <a:pt x="679094" y="52933"/>
                </a:lnTo>
                <a:lnTo>
                  <a:pt x="669455" y="39776"/>
                </a:lnTo>
                <a:lnTo>
                  <a:pt x="665530" y="35763"/>
                </a:lnTo>
                <a:lnTo>
                  <a:pt x="663689" y="33896"/>
                </a:lnTo>
                <a:lnTo>
                  <a:pt x="663689" y="136893"/>
                </a:lnTo>
                <a:lnTo>
                  <a:pt x="663079" y="151841"/>
                </a:lnTo>
                <a:lnTo>
                  <a:pt x="653935" y="191185"/>
                </a:lnTo>
                <a:lnTo>
                  <a:pt x="648423" y="202412"/>
                </a:lnTo>
                <a:lnTo>
                  <a:pt x="641972" y="212051"/>
                </a:lnTo>
                <a:lnTo>
                  <a:pt x="604659" y="237744"/>
                </a:lnTo>
                <a:lnTo>
                  <a:pt x="580059" y="241058"/>
                </a:lnTo>
                <a:lnTo>
                  <a:pt x="567169" y="240233"/>
                </a:lnTo>
                <a:lnTo>
                  <a:pt x="525703" y="220776"/>
                </a:lnTo>
                <a:lnTo>
                  <a:pt x="501599" y="178981"/>
                </a:lnTo>
                <a:lnTo>
                  <a:pt x="496074" y="136893"/>
                </a:lnTo>
                <a:lnTo>
                  <a:pt x="496697" y="122656"/>
                </a:lnTo>
                <a:lnTo>
                  <a:pt x="505917" y="84670"/>
                </a:lnTo>
                <a:lnTo>
                  <a:pt x="534543" y="48729"/>
                </a:lnTo>
                <a:lnTo>
                  <a:pt x="580059" y="35763"/>
                </a:lnTo>
                <a:lnTo>
                  <a:pt x="592836" y="36576"/>
                </a:lnTo>
                <a:lnTo>
                  <a:pt x="634022" y="55816"/>
                </a:lnTo>
                <a:lnTo>
                  <a:pt x="658101" y="96558"/>
                </a:lnTo>
                <a:lnTo>
                  <a:pt x="663689" y="136893"/>
                </a:lnTo>
                <a:lnTo>
                  <a:pt x="663689" y="33896"/>
                </a:lnTo>
                <a:lnTo>
                  <a:pt x="630707" y="10287"/>
                </a:lnTo>
                <a:lnTo>
                  <a:pt x="580059" y="0"/>
                </a:lnTo>
                <a:lnTo>
                  <a:pt x="561797" y="1143"/>
                </a:lnTo>
                <a:lnTo>
                  <a:pt x="514527" y="18275"/>
                </a:lnTo>
                <a:lnTo>
                  <a:pt x="480415" y="52933"/>
                </a:lnTo>
                <a:lnTo>
                  <a:pt x="461416" y="100596"/>
                </a:lnTo>
                <a:lnTo>
                  <a:pt x="461391" y="100812"/>
                </a:lnTo>
                <a:lnTo>
                  <a:pt x="458698" y="118351"/>
                </a:lnTo>
                <a:lnTo>
                  <a:pt x="458685" y="118491"/>
                </a:lnTo>
                <a:lnTo>
                  <a:pt x="457796" y="136893"/>
                </a:lnTo>
                <a:lnTo>
                  <a:pt x="458685" y="156133"/>
                </a:lnTo>
                <a:lnTo>
                  <a:pt x="472147" y="208076"/>
                </a:lnTo>
                <a:lnTo>
                  <a:pt x="501180" y="248272"/>
                </a:lnTo>
                <a:lnTo>
                  <a:pt x="544525" y="272211"/>
                </a:lnTo>
                <a:lnTo>
                  <a:pt x="580059" y="276821"/>
                </a:lnTo>
                <a:lnTo>
                  <a:pt x="598309" y="275666"/>
                </a:lnTo>
                <a:lnTo>
                  <a:pt x="645502" y="258368"/>
                </a:lnTo>
                <a:lnTo>
                  <a:pt x="679500" y="223126"/>
                </a:lnTo>
                <a:lnTo>
                  <a:pt x="698080" y="174371"/>
                </a:lnTo>
                <a:lnTo>
                  <a:pt x="700735" y="156133"/>
                </a:lnTo>
                <a:lnTo>
                  <a:pt x="701624" y="136893"/>
                </a:lnTo>
                <a:close/>
              </a:path>
              <a:path w="1680845" h="276859">
                <a:moveTo>
                  <a:pt x="936942" y="193802"/>
                </a:moveTo>
                <a:lnTo>
                  <a:pt x="921918" y="150723"/>
                </a:lnTo>
                <a:lnTo>
                  <a:pt x="898652" y="135001"/>
                </a:lnTo>
                <a:lnTo>
                  <a:pt x="898652" y="194589"/>
                </a:lnTo>
                <a:lnTo>
                  <a:pt x="897699" y="205206"/>
                </a:lnTo>
                <a:lnTo>
                  <a:pt x="865492" y="235597"/>
                </a:lnTo>
                <a:lnTo>
                  <a:pt x="841997" y="238188"/>
                </a:lnTo>
                <a:lnTo>
                  <a:pt x="780999" y="238188"/>
                </a:lnTo>
                <a:lnTo>
                  <a:pt x="780999" y="150723"/>
                </a:lnTo>
                <a:lnTo>
                  <a:pt x="838771" y="150723"/>
                </a:lnTo>
                <a:lnTo>
                  <a:pt x="883069" y="161251"/>
                </a:lnTo>
                <a:lnTo>
                  <a:pt x="898652" y="194589"/>
                </a:lnTo>
                <a:lnTo>
                  <a:pt x="898652" y="135001"/>
                </a:lnTo>
                <a:lnTo>
                  <a:pt x="888796" y="132410"/>
                </a:lnTo>
                <a:lnTo>
                  <a:pt x="879309" y="131800"/>
                </a:lnTo>
                <a:lnTo>
                  <a:pt x="881456" y="131495"/>
                </a:lnTo>
                <a:lnTo>
                  <a:pt x="920000" y="105867"/>
                </a:lnTo>
                <a:lnTo>
                  <a:pt x="926731" y="85369"/>
                </a:lnTo>
                <a:lnTo>
                  <a:pt x="927544" y="74231"/>
                </a:lnTo>
                <a:lnTo>
                  <a:pt x="926820" y="63639"/>
                </a:lnTo>
                <a:lnTo>
                  <a:pt x="924648" y="53797"/>
                </a:lnTo>
                <a:lnTo>
                  <a:pt x="921029" y="44716"/>
                </a:lnTo>
                <a:lnTo>
                  <a:pt x="917333" y="38633"/>
                </a:lnTo>
                <a:lnTo>
                  <a:pt x="915962" y="36372"/>
                </a:lnTo>
                <a:lnTo>
                  <a:pt x="909650" y="28867"/>
                </a:lnTo>
                <a:lnTo>
                  <a:pt x="902195" y="22339"/>
                </a:lnTo>
                <a:lnTo>
                  <a:pt x="893597" y="16814"/>
                </a:lnTo>
                <a:lnTo>
                  <a:pt x="888288" y="14338"/>
                </a:lnTo>
                <a:lnTo>
                  <a:pt x="888288" y="76238"/>
                </a:lnTo>
                <a:lnTo>
                  <a:pt x="887488" y="85369"/>
                </a:lnTo>
                <a:lnTo>
                  <a:pt x="887374" y="85725"/>
                </a:lnTo>
                <a:lnTo>
                  <a:pt x="885075" y="93357"/>
                </a:lnTo>
                <a:lnTo>
                  <a:pt x="881049" y="100203"/>
                </a:lnTo>
                <a:lnTo>
                  <a:pt x="837730" y="116179"/>
                </a:lnTo>
                <a:lnTo>
                  <a:pt x="780999" y="116179"/>
                </a:lnTo>
                <a:lnTo>
                  <a:pt x="780999" y="38633"/>
                </a:lnTo>
                <a:lnTo>
                  <a:pt x="829640" y="38633"/>
                </a:lnTo>
                <a:lnTo>
                  <a:pt x="873582" y="47777"/>
                </a:lnTo>
                <a:lnTo>
                  <a:pt x="888288" y="76238"/>
                </a:lnTo>
                <a:lnTo>
                  <a:pt x="888288" y="14338"/>
                </a:lnTo>
                <a:lnTo>
                  <a:pt x="849426" y="4686"/>
                </a:lnTo>
                <a:lnTo>
                  <a:pt x="836345" y="4178"/>
                </a:lnTo>
                <a:lnTo>
                  <a:pt x="743915" y="4178"/>
                </a:lnTo>
                <a:lnTo>
                  <a:pt x="743915" y="272986"/>
                </a:lnTo>
                <a:lnTo>
                  <a:pt x="846264" y="272986"/>
                </a:lnTo>
                <a:lnTo>
                  <a:pt x="896772" y="262178"/>
                </a:lnTo>
                <a:lnTo>
                  <a:pt x="924928" y="238188"/>
                </a:lnTo>
                <a:lnTo>
                  <a:pt x="930363" y="229158"/>
                </a:lnTo>
                <a:lnTo>
                  <a:pt x="935291" y="212826"/>
                </a:lnTo>
                <a:lnTo>
                  <a:pt x="936942" y="193802"/>
                </a:lnTo>
                <a:close/>
              </a:path>
              <a:path w="1680845" h="276859">
                <a:moveTo>
                  <a:pt x="1148232" y="238658"/>
                </a:moveTo>
                <a:lnTo>
                  <a:pt x="1014907" y="238658"/>
                </a:lnTo>
                <a:lnTo>
                  <a:pt x="1014907" y="3708"/>
                </a:lnTo>
                <a:lnTo>
                  <a:pt x="977836" y="3708"/>
                </a:lnTo>
                <a:lnTo>
                  <a:pt x="977836" y="238658"/>
                </a:lnTo>
                <a:lnTo>
                  <a:pt x="977836" y="272948"/>
                </a:lnTo>
                <a:lnTo>
                  <a:pt x="1148232" y="272948"/>
                </a:lnTo>
                <a:lnTo>
                  <a:pt x="1148232" y="238658"/>
                </a:lnTo>
                <a:close/>
              </a:path>
              <a:path w="1680845" h="276859">
                <a:moveTo>
                  <a:pt x="1357083" y="3708"/>
                </a:moveTo>
                <a:lnTo>
                  <a:pt x="1178344" y="3708"/>
                </a:lnTo>
                <a:lnTo>
                  <a:pt x="1178344" y="39268"/>
                </a:lnTo>
                <a:lnTo>
                  <a:pt x="1178344" y="114198"/>
                </a:lnTo>
                <a:lnTo>
                  <a:pt x="1178344" y="149758"/>
                </a:lnTo>
                <a:lnTo>
                  <a:pt x="1178344" y="238658"/>
                </a:lnTo>
                <a:lnTo>
                  <a:pt x="1178344" y="272948"/>
                </a:lnTo>
                <a:lnTo>
                  <a:pt x="1357083" y="272948"/>
                </a:lnTo>
                <a:lnTo>
                  <a:pt x="1357083" y="238658"/>
                </a:lnTo>
                <a:lnTo>
                  <a:pt x="1215936" y="238658"/>
                </a:lnTo>
                <a:lnTo>
                  <a:pt x="1215936" y="149758"/>
                </a:lnTo>
                <a:lnTo>
                  <a:pt x="1346822" y="149758"/>
                </a:lnTo>
                <a:lnTo>
                  <a:pt x="1346822" y="114198"/>
                </a:lnTo>
                <a:lnTo>
                  <a:pt x="1215936" y="114198"/>
                </a:lnTo>
                <a:lnTo>
                  <a:pt x="1215936" y="39268"/>
                </a:lnTo>
                <a:lnTo>
                  <a:pt x="1357083" y="39268"/>
                </a:lnTo>
                <a:lnTo>
                  <a:pt x="1357083" y="3708"/>
                </a:lnTo>
                <a:close/>
              </a:path>
              <a:path w="1680845" h="276859">
                <a:moveTo>
                  <a:pt x="1680806" y="4178"/>
                </a:moveTo>
                <a:lnTo>
                  <a:pt x="1628343" y="4178"/>
                </a:lnTo>
                <a:lnTo>
                  <a:pt x="1540446" y="236994"/>
                </a:lnTo>
                <a:lnTo>
                  <a:pt x="1466532" y="36029"/>
                </a:lnTo>
                <a:lnTo>
                  <a:pt x="1466469" y="35852"/>
                </a:lnTo>
                <a:lnTo>
                  <a:pt x="1454810" y="4178"/>
                </a:lnTo>
                <a:lnTo>
                  <a:pt x="1401114" y="4178"/>
                </a:lnTo>
                <a:lnTo>
                  <a:pt x="1401114" y="272986"/>
                </a:lnTo>
                <a:lnTo>
                  <a:pt x="1438186" y="272986"/>
                </a:lnTo>
                <a:lnTo>
                  <a:pt x="1434261" y="40005"/>
                </a:lnTo>
                <a:lnTo>
                  <a:pt x="1520863" y="272986"/>
                </a:lnTo>
                <a:lnTo>
                  <a:pt x="1558366" y="272986"/>
                </a:lnTo>
                <a:lnTo>
                  <a:pt x="1571726" y="237921"/>
                </a:lnTo>
                <a:lnTo>
                  <a:pt x="1647964" y="37795"/>
                </a:lnTo>
                <a:lnTo>
                  <a:pt x="1647913" y="40005"/>
                </a:lnTo>
                <a:lnTo>
                  <a:pt x="1643481" y="272986"/>
                </a:lnTo>
                <a:lnTo>
                  <a:pt x="1680806" y="272986"/>
                </a:lnTo>
                <a:lnTo>
                  <a:pt x="1680806" y="35509"/>
                </a:lnTo>
                <a:lnTo>
                  <a:pt x="1680806" y="4178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47593" y="579297"/>
            <a:ext cx="2073910" cy="276225"/>
          </a:xfrm>
          <a:custGeom>
            <a:avLst/>
            <a:gdLst/>
            <a:ahLst/>
            <a:cxnLst/>
            <a:rect l="l" t="t" r="r" b="b"/>
            <a:pathLst>
              <a:path w="2073910" h="276225">
                <a:moveTo>
                  <a:pt x="197713" y="195453"/>
                </a:moveTo>
                <a:lnTo>
                  <a:pt x="185585" y="155079"/>
                </a:lnTo>
                <a:lnTo>
                  <a:pt x="151853" y="132473"/>
                </a:lnTo>
                <a:lnTo>
                  <a:pt x="88938" y="111734"/>
                </a:lnTo>
                <a:lnTo>
                  <a:pt x="77812" y="107899"/>
                </a:lnTo>
                <a:lnTo>
                  <a:pt x="46202" y="82562"/>
                </a:lnTo>
                <a:lnTo>
                  <a:pt x="46202" y="66662"/>
                </a:lnTo>
                <a:lnTo>
                  <a:pt x="75476" y="37668"/>
                </a:lnTo>
                <a:lnTo>
                  <a:pt x="98679" y="34632"/>
                </a:lnTo>
                <a:lnTo>
                  <a:pt x="110451" y="35407"/>
                </a:lnTo>
                <a:lnTo>
                  <a:pt x="145910" y="53746"/>
                </a:lnTo>
                <a:lnTo>
                  <a:pt x="159600" y="82765"/>
                </a:lnTo>
                <a:lnTo>
                  <a:pt x="194056" y="73101"/>
                </a:lnTo>
                <a:lnTo>
                  <a:pt x="174472" y="30454"/>
                </a:lnTo>
                <a:lnTo>
                  <a:pt x="141414" y="7569"/>
                </a:lnTo>
                <a:lnTo>
                  <a:pt x="100253" y="0"/>
                </a:lnTo>
                <a:lnTo>
                  <a:pt x="85813" y="647"/>
                </a:lnTo>
                <a:lnTo>
                  <a:pt x="39725" y="15925"/>
                </a:lnTo>
                <a:lnTo>
                  <a:pt x="13957" y="46520"/>
                </a:lnTo>
                <a:lnTo>
                  <a:pt x="8178" y="74930"/>
                </a:lnTo>
                <a:lnTo>
                  <a:pt x="9144" y="87350"/>
                </a:lnTo>
                <a:lnTo>
                  <a:pt x="32118" y="124688"/>
                </a:lnTo>
                <a:lnTo>
                  <a:pt x="67271" y="142024"/>
                </a:lnTo>
                <a:lnTo>
                  <a:pt x="108775" y="155244"/>
                </a:lnTo>
                <a:lnTo>
                  <a:pt x="118427" y="158496"/>
                </a:lnTo>
                <a:lnTo>
                  <a:pt x="158267" y="184315"/>
                </a:lnTo>
                <a:lnTo>
                  <a:pt x="159766" y="189966"/>
                </a:lnTo>
                <a:lnTo>
                  <a:pt x="159766" y="204939"/>
                </a:lnTo>
                <a:lnTo>
                  <a:pt x="133921" y="234530"/>
                </a:lnTo>
                <a:lnTo>
                  <a:pt x="103555" y="240449"/>
                </a:lnTo>
                <a:lnTo>
                  <a:pt x="90944" y="239687"/>
                </a:lnTo>
                <a:lnTo>
                  <a:pt x="52171" y="221322"/>
                </a:lnTo>
                <a:lnTo>
                  <a:pt x="36982" y="189103"/>
                </a:lnTo>
                <a:lnTo>
                  <a:pt x="0" y="199898"/>
                </a:lnTo>
                <a:lnTo>
                  <a:pt x="23710" y="247294"/>
                </a:lnTo>
                <a:lnTo>
                  <a:pt x="67030" y="271399"/>
                </a:lnTo>
                <a:lnTo>
                  <a:pt x="102857" y="275945"/>
                </a:lnTo>
                <a:lnTo>
                  <a:pt x="116459" y="275310"/>
                </a:lnTo>
                <a:lnTo>
                  <a:pt x="162433" y="260045"/>
                </a:lnTo>
                <a:lnTo>
                  <a:pt x="190957" y="227533"/>
                </a:lnTo>
                <a:lnTo>
                  <a:pt x="196964" y="206730"/>
                </a:lnTo>
                <a:lnTo>
                  <a:pt x="197713" y="195453"/>
                </a:lnTo>
                <a:close/>
              </a:path>
              <a:path w="2073910" h="276225">
                <a:moveTo>
                  <a:pt x="429450" y="3098"/>
                </a:moveTo>
                <a:lnTo>
                  <a:pt x="217995" y="3098"/>
                </a:lnTo>
                <a:lnTo>
                  <a:pt x="217995" y="38658"/>
                </a:lnTo>
                <a:lnTo>
                  <a:pt x="305181" y="38658"/>
                </a:lnTo>
                <a:lnTo>
                  <a:pt x="305181" y="272338"/>
                </a:lnTo>
                <a:lnTo>
                  <a:pt x="342519" y="272338"/>
                </a:lnTo>
                <a:lnTo>
                  <a:pt x="342519" y="38658"/>
                </a:lnTo>
                <a:lnTo>
                  <a:pt x="429450" y="38658"/>
                </a:lnTo>
                <a:lnTo>
                  <a:pt x="429450" y="3098"/>
                </a:lnTo>
                <a:close/>
              </a:path>
              <a:path w="2073910" h="276225">
                <a:moveTo>
                  <a:pt x="645883" y="272376"/>
                </a:moveTo>
                <a:lnTo>
                  <a:pt x="615950" y="195453"/>
                </a:lnTo>
                <a:lnTo>
                  <a:pt x="602475" y="160820"/>
                </a:lnTo>
                <a:lnTo>
                  <a:pt x="565086" y="64770"/>
                </a:lnTo>
                <a:lnTo>
                  <a:pt x="565086" y="160820"/>
                </a:lnTo>
                <a:lnTo>
                  <a:pt x="476148" y="160820"/>
                </a:lnTo>
                <a:lnTo>
                  <a:pt x="520446" y="37528"/>
                </a:lnTo>
                <a:lnTo>
                  <a:pt x="565086" y="160820"/>
                </a:lnTo>
                <a:lnTo>
                  <a:pt x="565086" y="64770"/>
                </a:lnTo>
                <a:lnTo>
                  <a:pt x="553974" y="36207"/>
                </a:lnTo>
                <a:lnTo>
                  <a:pt x="541286" y="3568"/>
                </a:lnTo>
                <a:lnTo>
                  <a:pt x="499948" y="3568"/>
                </a:lnTo>
                <a:lnTo>
                  <a:pt x="395516" y="272376"/>
                </a:lnTo>
                <a:lnTo>
                  <a:pt x="436067" y="272376"/>
                </a:lnTo>
                <a:lnTo>
                  <a:pt x="463702" y="195453"/>
                </a:lnTo>
                <a:lnTo>
                  <a:pt x="577634" y="195453"/>
                </a:lnTo>
                <a:lnTo>
                  <a:pt x="605497" y="272376"/>
                </a:lnTo>
                <a:lnTo>
                  <a:pt x="645883" y="272376"/>
                </a:lnTo>
                <a:close/>
              </a:path>
              <a:path w="2073910" h="276225">
                <a:moveTo>
                  <a:pt x="826236" y="3098"/>
                </a:moveTo>
                <a:lnTo>
                  <a:pt x="614768" y="3098"/>
                </a:lnTo>
                <a:lnTo>
                  <a:pt x="614768" y="38658"/>
                </a:lnTo>
                <a:lnTo>
                  <a:pt x="701967" y="38658"/>
                </a:lnTo>
                <a:lnTo>
                  <a:pt x="701967" y="272338"/>
                </a:lnTo>
                <a:lnTo>
                  <a:pt x="739305" y="272338"/>
                </a:lnTo>
                <a:lnTo>
                  <a:pt x="739305" y="38658"/>
                </a:lnTo>
                <a:lnTo>
                  <a:pt x="826236" y="38658"/>
                </a:lnTo>
                <a:lnTo>
                  <a:pt x="826236" y="3098"/>
                </a:lnTo>
                <a:close/>
              </a:path>
              <a:path w="2073910" h="276225">
                <a:moveTo>
                  <a:pt x="1033094" y="3098"/>
                </a:moveTo>
                <a:lnTo>
                  <a:pt x="854341" y="3098"/>
                </a:lnTo>
                <a:lnTo>
                  <a:pt x="854341" y="38658"/>
                </a:lnTo>
                <a:lnTo>
                  <a:pt x="854341" y="113588"/>
                </a:lnTo>
                <a:lnTo>
                  <a:pt x="854341" y="149148"/>
                </a:lnTo>
                <a:lnTo>
                  <a:pt x="854341" y="238048"/>
                </a:lnTo>
                <a:lnTo>
                  <a:pt x="854341" y="272338"/>
                </a:lnTo>
                <a:lnTo>
                  <a:pt x="1033094" y="272338"/>
                </a:lnTo>
                <a:lnTo>
                  <a:pt x="1033094" y="238048"/>
                </a:lnTo>
                <a:lnTo>
                  <a:pt x="891946" y="238048"/>
                </a:lnTo>
                <a:lnTo>
                  <a:pt x="891946" y="149148"/>
                </a:lnTo>
                <a:lnTo>
                  <a:pt x="1022819" y="149148"/>
                </a:lnTo>
                <a:lnTo>
                  <a:pt x="1022819" y="113588"/>
                </a:lnTo>
                <a:lnTo>
                  <a:pt x="891946" y="113588"/>
                </a:lnTo>
                <a:lnTo>
                  <a:pt x="891946" y="38658"/>
                </a:lnTo>
                <a:lnTo>
                  <a:pt x="1033094" y="38658"/>
                </a:lnTo>
                <a:lnTo>
                  <a:pt x="1033094" y="3098"/>
                </a:lnTo>
                <a:close/>
              </a:path>
              <a:path w="2073910" h="276225">
                <a:moveTo>
                  <a:pt x="1356817" y="3568"/>
                </a:moveTo>
                <a:lnTo>
                  <a:pt x="1304340" y="3568"/>
                </a:lnTo>
                <a:lnTo>
                  <a:pt x="1216456" y="236385"/>
                </a:lnTo>
                <a:lnTo>
                  <a:pt x="1142530" y="35420"/>
                </a:lnTo>
                <a:lnTo>
                  <a:pt x="1142466" y="35242"/>
                </a:lnTo>
                <a:lnTo>
                  <a:pt x="1130820" y="3568"/>
                </a:lnTo>
                <a:lnTo>
                  <a:pt x="1077125" y="3568"/>
                </a:lnTo>
                <a:lnTo>
                  <a:pt x="1077125" y="272376"/>
                </a:lnTo>
                <a:lnTo>
                  <a:pt x="1114196" y="272376"/>
                </a:lnTo>
                <a:lnTo>
                  <a:pt x="1110259" y="39395"/>
                </a:lnTo>
                <a:lnTo>
                  <a:pt x="1196873" y="272376"/>
                </a:lnTo>
                <a:lnTo>
                  <a:pt x="1234376" y="272376"/>
                </a:lnTo>
                <a:lnTo>
                  <a:pt x="1247736" y="237312"/>
                </a:lnTo>
                <a:lnTo>
                  <a:pt x="1323962" y="37185"/>
                </a:lnTo>
                <a:lnTo>
                  <a:pt x="1323924" y="39395"/>
                </a:lnTo>
                <a:lnTo>
                  <a:pt x="1319479" y="272376"/>
                </a:lnTo>
                <a:lnTo>
                  <a:pt x="1356817" y="272376"/>
                </a:lnTo>
                <a:lnTo>
                  <a:pt x="1356817" y="34899"/>
                </a:lnTo>
                <a:lnTo>
                  <a:pt x="1356817" y="3568"/>
                </a:lnTo>
                <a:close/>
              </a:path>
              <a:path w="2073910" h="276225">
                <a:moveTo>
                  <a:pt x="1578902" y="3098"/>
                </a:moveTo>
                <a:lnTo>
                  <a:pt x="1400149" y="3098"/>
                </a:lnTo>
                <a:lnTo>
                  <a:pt x="1400149" y="38658"/>
                </a:lnTo>
                <a:lnTo>
                  <a:pt x="1400149" y="113588"/>
                </a:lnTo>
                <a:lnTo>
                  <a:pt x="1400149" y="149148"/>
                </a:lnTo>
                <a:lnTo>
                  <a:pt x="1400149" y="238048"/>
                </a:lnTo>
                <a:lnTo>
                  <a:pt x="1400149" y="272338"/>
                </a:lnTo>
                <a:lnTo>
                  <a:pt x="1578902" y="272338"/>
                </a:lnTo>
                <a:lnTo>
                  <a:pt x="1578902" y="238048"/>
                </a:lnTo>
                <a:lnTo>
                  <a:pt x="1437754" y="238048"/>
                </a:lnTo>
                <a:lnTo>
                  <a:pt x="1437754" y="149148"/>
                </a:lnTo>
                <a:lnTo>
                  <a:pt x="1568627" y="149148"/>
                </a:lnTo>
                <a:lnTo>
                  <a:pt x="1568627" y="113588"/>
                </a:lnTo>
                <a:lnTo>
                  <a:pt x="1437754" y="113588"/>
                </a:lnTo>
                <a:lnTo>
                  <a:pt x="1437754" y="38658"/>
                </a:lnTo>
                <a:lnTo>
                  <a:pt x="1578902" y="38658"/>
                </a:lnTo>
                <a:lnTo>
                  <a:pt x="1578902" y="3098"/>
                </a:lnTo>
                <a:close/>
              </a:path>
              <a:path w="2073910" h="276225">
                <a:moveTo>
                  <a:pt x="1835797" y="3568"/>
                </a:moveTo>
                <a:lnTo>
                  <a:pt x="1798193" y="3568"/>
                </a:lnTo>
                <a:lnTo>
                  <a:pt x="1802688" y="237629"/>
                </a:lnTo>
                <a:lnTo>
                  <a:pt x="1692186" y="34988"/>
                </a:lnTo>
                <a:lnTo>
                  <a:pt x="1675066" y="3568"/>
                </a:lnTo>
                <a:lnTo>
                  <a:pt x="1622933" y="3568"/>
                </a:lnTo>
                <a:lnTo>
                  <a:pt x="1622933" y="272376"/>
                </a:lnTo>
                <a:lnTo>
                  <a:pt x="1660004" y="272376"/>
                </a:lnTo>
                <a:lnTo>
                  <a:pt x="1655699" y="37261"/>
                </a:lnTo>
                <a:lnTo>
                  <a:pt x="1783930" y="272376"/>
                </a:lnTo>
                <a:lnTo>
                  <a:pt x="1835797" y="272376"/>
                </a:lnTo>
                <a:lnTo>
                  <a:pt x="1835797" y="239483"/>
                </a:lnTo>
                <a:lnTo>
                  <a:pt x="1835797" y="3568"/>
                </a:lnTo>
                <a:close/>
              </a:path>
              <a:path w="2073910" h="276225">
                <a:moveTo>
                  <a:pt x="2073795" y="3098"/>
                </a:moveTo>
                <a:lnTo>
                  <a:pt x="1862340" y="3098"/>
                </a:lnTo>
                <a:lnTo>
                  <a:pt x="1862340" y="38658"/>
                </a:lnTo>
                <a:lnTo>
                  <a:pt x="1949538" y="38658"/>
                </a:lnTo>
                <a:lnTo>
                  <a:pt x="1949538" y="272338"/>
                </a:lnTo>
                <a:lnTo>
                  <a:pt x="1986864" y="272338"/>
                </a:lnTo>
                <a:lnTo>
                  <a:pt x="1986864" y="38658"/>
                </a:lnTo>
                <a:lnTo>
                  <a:pt x="2073795" y="38658"/>
                </a:lnTo>
                <a:lnTo>
                  <a:pt x="2073795" y="3098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9605" y="1955916"/>
            <a:ext cx="8747760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W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ithout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lysis</a:t>
            </a:r>
            <a:r>
              <a:rPr sz="1450" spc="-85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450" spc="2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it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is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iffi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ult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i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de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ntify</a:t>
            </a:r>
            <a:r>
              <a:rPr sz="1550" spc="-10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whi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h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xp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ns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ca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gori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qui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tly</a:t>
            </a:r>
            <a:r>
              <a:rPr sz="1550" spc="-10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onsum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th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rg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st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sh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25" dirty="0">
                <a:solidFill>
                  <a:srgbClr val="1B2A24"/>
                </a:solidFill>
                <a:latin typeface="Arial"/>
                <a:cs typeface="Arial"/>
              </a:rPr>
              <a:t>of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1B2A24"/>
                </a:solidFill>
                <a:latin typeface="Arial"/>
                <a:cs typeface="Arial"/>
              </a:rPr>
              <a:t>in</a:t>
            </a:r>
            <a:r>
              <a:rPr sz="1500" spc="-1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10" dirty="0">
                <a:solidFill>
                  <a:srgbClr val="1B2A24"/>
                </a:solidFill>
                <a:latin typeface="Arial"/>
                <a:cs typeface="Arial"/>
              </a:rPr>
              <a:t>om</a:t>
            </a:r>
            <a:r>
              <a:rPr sz="1500" spc="-1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1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9104" y="1556585"/>
            <a:ext cx="9187180" cy="14452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2725" indent="-200025">
              <a:lnSpc>
                <a:spcPct val="100000"/>
              </a:lnSpc>
              <a:spcBef>
                <a:spcPts val="90"/>
              </a:spcBef>
              <a:buSzPct val="93333"/>
              <a:buChar char="▪"/>
              <a:tabLst>
                <a:tab pos="212725" algn="l"/>
              </a:tabLst>
            </a:pP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I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ivi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u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ls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g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rg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volum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25" dirty="0">
                <a:solidFill>
                  <a:srgbClr val="1B2A24"/>
                </a:solidFill>
                <a:latin typeface="Arial"/>
                <a:cs typeface="Arial"/>
              </a:rPr>
              <a:t>of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tr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ns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ac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tion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00" spc="-11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v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ry</a:t>
            </a:r>
            <a:r>
              <a:rPr sz="1550" spc="-10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month</a:t>
            </a:r>
            <a:r>
              <a:rPr sz="1450" spc="-40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450" spc="2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b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ut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ly</a:t>
            </a:r>
            <a:r>
              <a:rPr sz="1550" spc="-10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1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1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11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10" dirty="0">
                <a:solidFill>
                  <a:srgbClr val="1B2A24"/>
                </a:solidFill>
                <a:latin typeface="Arial"/>
                <a:cs typeface="Arial"/>
              </a:rPr>
              <a:t>lyz</a:t>
            </a:r>
            <a:r>
              <a:rPr sz="1500" spc="-11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it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in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00" spc="-10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stru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tur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ed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1B2A24"/>
                </a:solidFill>
                <a:latin typeface="Arial"/>
                <a:cs typeface="Arial"/>
              </a:rPr>
              <a:t>w</a:t>
            </a:r>
            <a:r>
              <a:rPr sz="1500" spc="-2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20" dirty="0">
                <a:solidFill>
                  <a:srgbClr val="1B2A24"/>
                </a:solidFill>
                <a:latin typeface="Arial"/>
                <a:cs typeface="Arial"/>
              </a:rPr>
              <a:t>y</a:t>
            </a:r>
            <a:r>
              <a:rPr sz="1450" spc="-2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▪</a:t>
            </a:r>
            <a:endParaRPr sz="1400">
              <a:latin typeface="Arial"/>
              <a:cs typeface="Arial"/>
            </a:endParaRPr>
          </a:p>
          <a:p>
            <a:pPr marL="212725" indent="-200025">
              <a:lnSpc>
                <a:spcPct val="100000"/>
              </a:lnSpc>
              <a:spcBef>
                <a:spcPts val="1390"/>
              </a:spcBef>
              <a:buSzPct val="93333"/>
              <a:buChar char="▪"/>
              <a:tabLst>
                <a:tab pos="212725" algn="l"/>
              </a:tabLst>
            </a:pP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O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v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rsp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ing 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p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tt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rns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th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ir</a:t>
            </a:r>
            <a:r>
              <a:rPr sz="1550" spc="-2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imp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ac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on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monthly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00" spc="-9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vings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oft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go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unnoti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ced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until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th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b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u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g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is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lr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ead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y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1B2A24"/>
                </a:solidFill>
                <a:latin typeface="Arial"/>
                <a:cs typeface="Arial"/>
              </a:rPr>
              <a:t>str</a:t>
            </a:r>
            <a:r>
              <a:rPr sz="1500" spc="-1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0" dirty="0">
                <a:solidFill>
                  <a:srgbClr val="1B2A24"/>
                </a:solidFill>
                <a:latin typeface="Arial"/>
                <a:cs typeface="Arial"/>
              </a:rPr>
              <a:t>in</a:t>
            </a:r>
            <a:r>
              <a:rPr sz="1500" spc="-10" dirty="0">
                <a:solidFill>
                  <a:srgbClr val="1B2A24"/>
                </a:solidFill>
                <a:latin typeface="Arial"/>
                <a:cs typeface="Arial"/>
              </a:rPr>
              <a:t>ed</a:t>
            </a:r>
            <a:r>
              <a:rPr sz="1450" spc="-1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▪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9605" y="2754580"/>
            <a:ext cx="9057640" cy="488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550" spc="204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50" spc="204" dirty="0">
                <a:solidFill>
                  <a:srgbClr val="1B2A24"/>
                </a:solidFill>
                <a:latin typeface="Arial"/>
                <a:cs typeface="Arial"/>
              </a:rPr>
              <a:t>his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 proj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ec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ims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1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1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11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10" dirty="0">
                <a:solidFill>
                  <a:srgbClr val="1B2A24"/>
                </a:solidFill>
                <a:latin typeface="Arial"/>
                <a:cs typeface="Arial"/>
              </a:rPr>
              <a:t>lyz</a:t>
            </a:r>
            <a:r>
              <a:rPr sz="1500" spc="-11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p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rson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xp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ns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un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ov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th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ca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gori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p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tt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rns 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th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most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ff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ec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00" spc="-3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vings</a:t>
            </a:r>
            <a:r>
              <a:rPr sz="1450" spc="-3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 dirty="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701" y="122682"/>
            <a:ext cx="962405" cy="96240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9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9824" y="578687"/>
            <a:ext cx="669290" cy="276860"/>
          </a:xfrm>
          <a:custGeom>
            <a:avLst/>
            <a:gdLst/>
            <a:ahLst/>
            <a:cxnLst/>
            <a:rect l="l" t="t" r="r" b="b"/>
            <a:pathLst>
              <a:path w="669289" h="276859">
                <a:moveTo>
                  <a:pt x="243827" y="136893"/>
                </a:moveTo>
                <a:lnTo>
                  <a:pt x="242925" y="118491"/>
                </a:lnTo>
                <a:lnTo>
                  <a:pt x="242900" y="118351"/>
                </a:lnTo>
                <a:lnTo>
                  <a:pt x="240220" y="100812"/>
                </a:lnTo>
                <a:lnTo>
                  <a:pt x="240157" y="100596"/>
                </a:lnTo>
                <a:lnTo>
                  <a:pt x="235699" y="83947"/>
                </a:lnTo>
                <a:lnTo>
                  <a:pt x="235610" y="83718"/>
                </a:lnTo>
                <a:lnTo>
                  <a:pt x="229387" y="67881"/>
                </a:lnTo>
                <a:lnTo>
                  <a:pt x="229285" y="67703"/>
                </a:lnTo>
                <a:lnTo>
                  <a:pt x="222872" y="55816"/>
                </a:lnTo>
                <a:lnTo>
                  <a:pt x="221297" y="52933"/>
                </a:lnTo>
                <a:lnTo>
                  <a:pt x="211658" y="39776"/>
                </a:lnTo>
                <a:lnTo>
                  <a:pt x="207733" y="35763"/>
                </a:lnTo>
                <a:lnTo>
                  <a:pt x="205892" y="33896"/>
                </a:lnTo>
                <a:lnTo>
                  <a:pt x="205892" y="136893"/>
                </a:lnTo>
                <a:lnTo>
                  <a:pt x="205282" y="151841"/>
                </a:lnTo>
                <a:lnTo>
                  <a:pt x="196138" y="191185"/>
                </a:lnTo>
                <a:lnTo>
                  <a:pt x="190627" y="202412"/>
                </a:lnTo>
                <a:lnTo>
                  <a:pt x="184175" y="212051"/>
                </a:lnTo>
                <a:lnTo>
                  <a:pt x="146862" y="237744"/>
                </a:lnTo>
                <a:lnTo>
                  <a:pt x="122262" y="241058"/>
                </a:lnTo>
                <a:lnTo>
                  <a:pt x="109372" y="240233"/>
                </a:lnTo>
                <a:lnTo>
                  <a:pt x="67906" y="220776"/>
                </a:lnTo>
                <a:lnTo>
                  <a:pt x="43802" y="178981"/>
                </a:lnTo>
                <a:lnTo>
                  <a:pt x="38277" y="136893"/>
                </a:lnTo>
                <a:lnTo>
                  <a:pt x="38900" y="122656"/>
                </a:lnTo>
                <a:lnTo>
                  <a:pt x="48120" y="84670"/>
                </a:lnTo>
                <a:lnTo>
                  <a:pt x="76746" y="48729"/>
                </a:lnTo>
                <a:lnTo>
                  <a:pt x="122262" y="35763"/>
                </a:lnTo>
                <a:lnTo>
                  <a:pt x="135039" y="36576"/>
                </a:lnTo>
                <a:lnTo>
                  <a:pt x="176225" y="55816"/>
                </a:lnTo>
                <a:lnTo>
                  <a:pt x="200304" y="96558"/>
                </a:lnTo>
                <a:lnTo>
                  <a:pt x="205892" y="136893"/>
                </a:lnTo>
                <a:lnTo>
                  <a:pt x="205892" y="33896"/>
                </a:lnTo>
                <a:lnTo>
                  <a:pt x="172910" y="10287"/>
                </a:lnTo>
                <a:lnTo>
                  <a:pt x="122262" y="0"/>
                </a:lnTo>
                <a:lnTo>
                  <a:pt x="104000" y="1143"/>
                </a:lnTo>
                <a:lnTo>
                  <a:pt x="56730" y="18275"/>
                </a:lnTo>
                <a:lnTo>
                  <a:pt x="22606" y="52933"/>
                </a:lnTo>
                <a:lnTo>
                  <a:pt x="3619" y="100596"/>
                </a:lnTo>
                <a:lnTo>
                  <a:pt x="3594" y="100812"/>
                </a:lnTo>
                <a:lnTo>
                  <a:pt x="901" y="118351"/>
                </a:lnTo>
                <a:lnTo>
                  <a:pt x="889" y="118491"/>
                </a:lnTo>
                <a:lnTo>
                  <a:pt x="0" y="136893"/>
                </a:lnTo>
                <a:lnTo>
                  <a:pt x="889" y="156133"/>
                </a:lnTo>
                <a:lnTo>
                  <a:pt x="14351" y="208076"/>
                </a:lnTo>
                <a:lnTo>
                  <a:pt x="43383" y="248272"/>
                </a:lnTo>
                <a:lnTo>
                  <a:pt x="86728" y="272211"/>
                </a:lnTo>
                <a:lnTo>
                  <a:pt x="122262" y="276821"/>
                </a:lnTo>
                <a:lnTo>
                  <a:pt x="140512" y="275666"/>
                </a:lnTo>
                <a:lnTo>
                  <a:pt x="187706" y="258368"/>
                </a:lnTo>
                <a:lnTo>
                  <a:pt x="221703" y="223126"/>
                </a:lnTo>
                <a:lnTo>
                  <a:pt x="240284" y="174371"/>
                </a:lnTo>
                <a:lnTo>
                  <a:pt x="242938" y="156133"/>
                </a:lnTo>
                <a:lnTo>
                  <a:pt x="243827" y="136893"/>
                </a:lnTo>
                <a:close/>
              </a:path>
              <a:path w="669289" h="276859">
                <a:moveTo>
                  <a:pt x="479145" y="193802"/>
                </a:moveTo>
                <a:lnTo>
                  <a:pt x="464121" y="150723"/>
                </a:lnTo>
                <a:lnTo>
                  <a:pt x="440855" y="135001"/>
                </a:lnTo>
                <a:lnTo>
                  <a:pt x="440855" y="194589"/>
                </a:lnTo>
                <a:lnTo>
                  <a:pt x="439902" y="205206"/>
                </a:lnTo>
                <a:lnTo>
                  <a:pt x="407695" y="235597"/>
                </a:lnTo>
                <a:lnTo>
                  <a:pt x="384200" y="238188"/>
                </a:lnTo>
                <a:lnTo>
                  <a:pt x="323189" y="238188"/>
                </a:lnTo>
                <a:lnTo>
                  <a:pt x="323189" y="150723"/>
                </a:lnTo>
                <a:lnTo>
                  <a:pt x="380974" y="150723"/>
                </a:lnTo>
                <a:lnTo>
                  <a:pt x="425272" y="161251"/>
                </a:lnTo>
                <a:lnTo>
                  <a:pt x="440855" y="194589"/>
                </a:lnTo>
                <a:lnTo>
                  <a:pt x="440855" y="135001"/>
                </a:lnTo>
                <a:lnTo>
                  <a:pt x="430999" y="132410"/>
                </a:lnTo>
                <a:lnTo>
                  <a:pt x="421513" y="131800"/>
                </a:lnTo>
                <a:lnTo>
                  <a:pt x="423659" y="131495"/>
                </a:lnTo>
                <a:lnTo>
                  <a:pt x="462203" y="105867"/>
                </a:lnTo>
                <a:lnTo>
                  <a:pt x="468934" y="85369"/>
                </a:lnTo>
                <a:lnTo>
                  <a:pt x="469747" y="74231"/>
                </a:lnTo>
                <a:lnTo>
                  <a:pt x="469023" y="63639"/>
                </a:lnTo>
                <a:lnTo>
                  <a:pt x="466852" y="53797"/>
                </a:lnTo>
                <a:lnTo>
                  <a:pt x="463232" y="44716"/>
                </a:lnTo>
                <a:lnTo>
                  <a:pt x="459536" y="38633"/>
                </a:lnTo>
                <a:lnTo>
                  <a:pt x="458165" y="36372"/>
                </a:lnTo>
                <a:lnTo>
                  <a:pt x="451853" y="28867"/>
                </a:lnTo>
                <a:lnTo>
                  <a:pt x="444398" y="22339"/>
                </a:lnTo>
                <a:lnTo>
                  <a:pt x="435800" y="16814"/>
                </a:lnTo>
                <a:lnTo>
                  <a:pt x="430491" y="14338"/>
                </a:lnTo>
                <a:lnTo>
                  <a:pt x="430491" y="76238"/>
                </a:lnTo>
                <a:lnTo>
                  <a:pt x="429691" y="85369"/>
                </a:lnTo>
                <a:lnTo>
                  <a:pt x="429577" y="85725"/>
                </a:lnTo>
                <a:lnTo>
                  <a:pt x="427278" y="93357"/>
                </a:lnTo>
                <a:lnTo>
                  <a:pt x="423252" y="100203"/>
                </a:lnTo>
                <a:lnTo>
                  <a:pt x="379933" y="116179"/>
                </a:lnTo>
                <a:lnTo>
                  <a:pt x="323189" y="116179"/>
                </a:lnTo>
                <a:lnTo>
                  <a:pt x="323189" y="38633"/>
                </a:lnTo>
                <a:lnTo>
                  <a:pt x="371843" y="38633"/>
                </a:lnTo>
                <a:lnTo>
                  <a:pt x="415785" y="47777"/>
                </a:lnTo>
                <a:lnTo>
                  <a:pt x="430491" y="76238"/>
                </a:lnTo>
                <a:lnTo>
                  <a:pt x="430491" y="14338"/>
                </a:lnTo>
                <a:lnTo>
                  <a:pt x="391629" y="4686"/>
                </a:lnTo>
                <a:lnTo>
                  <a:pt x="378536" y="4178"/>
                </a:lnTo>
                <a:lnTo>
                  <a:pt x="286118" y="4178"/>
                </a:lnTo>
                <a:lnTo>
                  <a:pt x="286118" y="272986"/>
                </a:lnTo>
                <a:lnTo>
                  <a:pt x="388467" y="272986"/>
                </a:lnTo>
                <a:lnTo>
                  <a:pt x="438975" y="262178"/>
                </a:lnTo>
                <a:lnTo>
                  <a:pt x="467131" y="238188"/>
                </a:lnTo>
                <a:lnTo>
                  <a:pt x="472567" y="229158"/>
                </a:lnTo>
                <a:lnTo>
                  <a:pt x="477494" y="212826"/>
                </a:lnTo>
                <a:lnTo>
                  <a:pt x="479145" y="193802"/>
                </a:lnTo>
                <a:close/>
              </a:path>
              <a:path w="669289" h="276859">
                <a:moveTo>
                  <a:pt x="669201" y="4178"/>
                </a:moveTo>
                <a:lnTo>
                  <a:pt x="632218" y="4178"/>
                </a:lnTo>
                <a:lnTo>
                  <a:pt x="632218" y="185801"/>
                </a:lnTo>
                <a:lnTo>
                  <a:pt x="631469" y="198170"/>
                </a:lnTo>
                <a:lnTo>
                  <a:pt x="613511" y="233133"/>
                </a:lnTo>
                <a:lnTo>
                  <a:pt x="584606" y="241401"/>
                </a:lnTo>
                <a:lnTo>
                  <a:pt x="577545" y="240957"/>
                </a:lnTo>
                <a:lnTo>
                  <a:pt x="544957" y="215912"/>
                </a:lnTo>
                <a:lnTo>
                  <a:pt x="541020" y="206336"/>
                </a:lnTo>
                <a:lnTo>
                  <a:pt x="505599" y="217385"/>
                </a:lnTo>
                <a:lnTo>
                  <a:pt x="527100" y="255028"/>
                </a:lnTo>
                <a:lnTo>
                  <a:pt x="570471" y="275386"/>
                </a:lnTo>
                <a:lnTo>
                  <a:pt x="582955" y="276212"/>
                </a:lnTo>
                <a:lnTo>
                  <a:pt x="602589" y="274701"/>
                </a:lnTo>
                <a:lnTo>
                  <a:pt x="646925" y="252107"/>
                </a:lnTo>
                <a:lnTo>
                  <a:pt x="667804" y="205371"/>
                </a:lnTo>
                <a:lnTo>
                  <a:pt x="669201" y="185102"/>
                </a:lnTo>
                <a:lnTo>
                  <a:pt x="669201" y="4178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60371" y="578687"/>
            <a:ext cx="1449070" cy="276860"/>
          </a:xfrm>
          <a:custGeom>
            <a:avLst/>
            <a:gdLst/>
            <a:ahLst/>
            <a:cxnLst/>
            <a:rect l="l" t="t" r="r" b="b"/>
            <a:pathLst>
              <a:path w="1449070" h="276859">
                <a:moveTo>
                  <a:pt x="178739" y="3708"/>
                </a:moveTo>
                <a:lnTo>
                  <a:pt x="0" y="3708"/>
                </a:lnTo>
                <a:lnTo>
                  <a:pt x="0" y="39268"/>
                </a:lnTo>
                <a:lnTo>
                  <a:pt x="0" y="114198"/>
                </a:lnTo>
                <a:lnTo>
                  <a:pt x="0" y="149758"/>
                </a:lnTo>
                <a:lnTo>
                  <a:pt x="0" y="238658"/>
                </a:lnTo>
                <a:lnTo>
                  <a:pt x="0" y="272948"/>
                </a:lnTo>
                <a:lnTo>
                  <a:pt x="178739" y="272948"/>
                </a:lnTo>
                <a:lnTo>
                  <a:pt x="178739" y="238658"/>
                </a:lnTo>
                <a:lnTo>
                  <a:pt x="37592" y="238658"/>
                </a:lnTo>
                <a:lnTo>
                  <a:pt x="37592" y="149758"/>
                </a:lnTo>
                <a:lnTo>
                  <a:pt x="168478" y="149758"/>
                </a:lnTo>
                <a:lnTo>
                  <a:pt x="168478" y="114198"/>
                </a:lnTo>
                <a:lnTo>
                  <a:pt x="37592" y="114198"/>
                </a:lnTo>
                <a:lnTo>
                  <a:pt x="37592" y="39268"/>
                </a:lnTo>
                <a:lnTo>
                  <a:pt x="178739" y="39268"/>
                </a:lnTo>
                <a:lnTo>
                  <a:pt x="178739" y="3708"/>
                </a:lnTo>
                <a:close/>
              </a:path>
              <a:path w="1449070" h="276859">
                <a:moveTo>
                  <a:pt x="449211" y="191884"/>
                </a:moveTo>
                <a:lnTo>
                  <a:pt x="414832" y="181178"/>
                </a:lnTo>
                <a:lnTo>
                  <a:pt x="409663" y="196151"/>
                </a:lnTo>
                <a:lnTo>
                  <a:pt x="403199" y="208838"/>
                </a:lnTo>
                <a:lnTo>
                  <a:pt x="365226" y="237832"/>
                </a:lnTo>
                <a:lnTo>
                  <a:pt x="340601" y="241312"/>
                </a:lnTo>
                <a:lnTo>
                  <a:pt x="327164" y="240525"/>
                </a:lnTo>
                <a:lnTo>
                  <a:pt x="284048" y="221678"/>
                </a:lnTo>
                <a:lnTo>
                  <a:pt x="259130" y="180352"/>
                </a:lnTo>
                <a:lnTo>
                  <a:pt x="253403" y="137414"/>
                </a:lnTo>
                <a:lnTo>
                  <a:pt x="254038" y="122682"/>
                </a:lnTo>
                <a:lnTo>
                  <a:pt x="263499" y="83896"/>
                </a:lnTo>
                <a:lnTo>
                  <a:pt x="292138" y="48120"/>
                </a:lnTo>
                <a:lnTo>
                  <a:pt x="335559" y="35598"/>
                </a:lnTo>
                <a:lnTo>
                  <a:pt x="343712" y="35979"/>
                </a:lnTo>
                <a:lnTo>
                  <a:pt x="382003" y="49555"/>
                </a:lnTo>
                <a:lnTo>
                  <a:pt x="409956" y="86029"/>
                </a:lnTo>
                <a:lnTo>
                  <a:pt x="413791" y="97472"/>
                </a:lnTo>
                <a:lnTo>
                  <a:pt x="447560" y="85369"/>
                </a:lnTo>
                <a:lnTo>
                  <a:pt x="430580" y="46799"/>
                </a:lnTo>
                <a:lnTo>
                  <a:pt x="388797" y="11455"/>
                </a:lnTo>
                <a:lnTo>
                  <a:pt x="335470" y="0"/>
                </a:lnTo>
                <a:lnTo>
                  <a:pt x="317766" y="1104"/>
                </a:lnTo>
                <a:lnTo>
                  <a:pt x="271589" y="17576"/>
                </a:lnTo>
                <a:lnTo>
                  <a:pt x="237832" y="51587"/>
                </a:lnTo>
                <a:lnTo>
                  <a:pt x="218770" y="99669"/>
                </a:lnTo>
                <a:lnTo>
                  <a:pt x="215112" y="137414"/>
                </a:lnTo>
                <a:lnTo>
                  <a:pt x="216052" y="157467"/>
                </a:lnTo>
                <a:lnTo>
                  <a:pt x="229997" y="210337"/>
                </a:lnTo>
                <a:lnTo>
                  <a:pt x="259715" y="249707"/>
                </a:lnTo>
                <a:lnTo>
                  <a:pt x="303288" y="272453"/>
                </a:lnTo>
                <a:lnTo>
                  <a:pt x="338429" y="276821"/>
                </a:lnTo>
                <a:lnTo>
                  <a:pt x="356831" y="275640"/>
                </a:lnTo>
                <a:lnTo>
                  <a:pt x="406311" y="257327"/>
                </a:lnTo>
                <a:lnTo>
                  <a:pt x="441756" y="213144"/>
                </a:lnTo>
                <a:lnTo>
                  <a:pt x="449211" y="191884"/>
                </a:lnTo>
                <a:close/>
              </a:path>
              <a:path w="1449070" h="276859">
                <a:moveTo>
                  <a:pt x="679424" y="3708"/>
                </a:moveTo>
                <a:lnTo>
                  <a:pt x="467956" y="3708"/>
                </a:lnTo>
                <a:lnTo>
                  <a:pt x="467956" y="39268"/>
                </a:lnTo>
                <a:lnTo>
                  <a:pt x="555155" y="39268"/>
                </a:lnTo>
                <a:lnTo>
                  <a:pt x="555155" y="272948"/>
                </a:lnTo>
                <a:lnTo>
                  <a:pt x="592493" y="272948"/>
                </a:lnTo>
                <a:lnTo>
                  <a:pt x="592493" y="39268"/>
                </a:lnTo>
                <a:lnTo>
                  <a:pt x="679424" y="39268"/>
                </a:lnTo>
                <a:lnTo>
                  <a:pt x="679424" y="3708"/>
                </a:lnTo>
                <a:close/>
              </a:path>
              <a:path w="1449070" h="276859">
                <a:moveTo>
                  <a:pt x="744613" y="4178"/>
                </a:moveTo>
                <a:lnTo>
                  <a:pt x="707542" y="4178"/>
                </a:lnTo>
                <a:lnTo>
                  <a:pt x="707542" y="272986"/>
                </a:lnTo>
                <a:lnTo>
                  <a:pt x="744613" y="272986"/>
                </a:lnTo>
                <a:lnTo>
                  <a:pt x="744613" y="4178"/>
                </a:lnTo>
                <a:close/>
              </a:path>
              <a:path w="1449070" h="276859">
                <a:moveTo>
                  <a:pt x="1015949" y="4178"/>
                </a:moveTo>
                <a:lnTo>
                  <a:pt x="974953" y="4178"/>
                </a:lnTo>
                <a:lnTo>
                  <a:pt x="895121" y="240588"/>
                </a:lnTo>
                <a:lnTo>
                  <a:pt x="815619" y="4178"/>
                </a:lnTo>
                <a:lnTo>
                  <a:pt x="774979" y="4178"/>
                </a:lnTo>
                <a:lnTo>
                  <a:pt x="873493" y="272986"/>
                </a:lnTo>
                <a:lnTo>
                  <a:pt x="916482" y="272986"/>
                </a:lnTo>
                <a:lnTo>
                  <a:pt x="928230" y="241223"/>
                </a:lnTo>
                <a:lnTo>
                  <a:pt x="1015949" y="4178"/>
                </a:lnTo>
                <a:close/>
              </a:path>
              <a:path w="1449070" h="276859">
                <a:moveTo>
                  <a:pt x="1220457" y="3708"/>
                </a:moveTo>
                <a:lnTo>
                  <a:pt x="1041704" y="3708"/>
                </a:lnTo>
                <a:lnTo>
                  <a:pt x="1041704" y="39268"/>
                </a:lnTo>
                <a:lnTo>
                  <a:pt x="1041704" y="114198"/>
                </a:lnTo>
                <a:lnTo>
                  <a:pt x="1041704" y="149758"/>
                </a:lnTo>
                <a:lnTo>
                  <a:pt x="1041704" y="238658"/>
                </a:lnTo>
                <a:lnTo>
                  <a:pt x="1041704" y="272948"/>
                </a:lnTo>
                <a:lnTo>
                  <a:pt x="1220457" y="272948"/>
                </a:lnTo>
                <a:lnTo>
                  <a:pt x="1220457" y="238658"/>
                </a:lnTo>
                <a:lnTo>
                  <a:pt x="1079296" y="238658"/>
                </a:lnTo>
                <a:lnTo>
                  <a:pt x="1079296" y="149758"/>
                </a:lnTo>
                <a:lnTo>
                  <a:pt x="1210183" y="149758"/>
                </a:lnTo>
                <a:lnTo>
                  <a:pt x="1210183" y="114198"/>
                </a:lnTo>
                <a:lnTo>
                  <a:pt x="1079296" y="114198"/>
                </a:lnTo>
                <a:lnTo>
                  <a:pt x="1079296" y="39268"/>
                </a:lnTo>
                <a:lnTo>
                  <a:pt x="1220457" y="39268"/>
                </a:lnTo>
                <a:lnTo>
                  <a:pt x="1220457" y="3708"/>
                </a:lnTo>
                <a:close/>
              </a:path>
              <a:path w="1449070" h="276859">
                <a:moveTo>
                  <a:pt x="1449057" y="196062"/>
                </a:moveTo>
                <a:lnTo>
                  <a:pt x="1436928" y="155689"/>
                </a:lnTo>
                <a:lnTo>
                  <a:pt x="1403197" y="133083"/>
                </a:lnTo>
                <a:lnTo>
                  <a:pt x="1340281" y="112344"/>
                </a:lnTo>
                <a:lnTo>
                  <a:pt x="1329156" y="108508"/>
                </a:lnTo>
                <a:lnTo>
                  <a:pt x="1297559" y="83172"/>
                </a:lnTo>
                <a:lnTo>
                  <a:pt x="1297559" y="67271"/>
                </a:lnTo>
                <a:lnTo>
                  <a:pt x="1326819" y="38277"/>
                </a:lnTo>
                <a:lnTo>
                  <a:pt x="1350022" y="35242"/>
                </a:lnTo>
                <a:lnTo>
                  <a:pt x="1361808" y="36017"/>
                </a:lnTo>
                <a:lnTo>
                  <a:pt x="1397254" y="54356"/>
                </a:lnTo>
                <a:lnTo>
                  <a:pt x="1410944" y="83375"/>
                </a:lnTo>
                <a:lnTo>
                  <a:pt x="1445399" y="73710"/>
                </a:lnTo>
                <a:lnTo>
                  <a:pt x="1425829" y="31064"/>
                </a:lnTo>
                <a:lnTo>
                  <a:pt x="1392758" y="8178"/>
                </a:lnTo>
                <a:lnTo>
                  <a:pt x="1351597" y="609"/>
                </a:lnTo>
                <a:lnTo>
                  <a:pt x="1337157" y="1257"/>
                </a:lnTo>
                <a:lnTo>
                  <a:pt x="1291069" y="16535"/>
                </a:lnTo>
                <a:lnTo>
                  <a:pt x="1265301" y="47129"/>
                </a:lnTo>
                <a:lnTo>
                  <a:pt x="1259522" y="75539"/>
                </a:lnTo>
                <a:lnTo>
                  <a:pt x="1260487" y="87960"/>
                </a:lnTo>
                <a:lnTo>
                  <a:pt x="1283462" y="125298"/>
                </a:lnTo>
                <a:lnTo>
                  <a:pt x="1318615" y="142633"/>
                </a:lnTo>
                <a:lnTo>
                  <a:pt x="1360119" y="155854"/>
                </a:lnTo>
                <a:lnTo>
                  <a:pt x="1369771" y="159105"/>
                </a:lnTo>
                <a:lnTo>
                  <a:pt x="1409611" y="184924"/>
                </a:lnTo>
                <a:lnTo>
                  <a:pt x="1411122" y="190576"/>
                </a:lnTo>
                <a:lnTo>
                  <a:pt x="1411122" y="205549"/>
                </a:lnTo>
                <a:lnTo>
                  <a:pt x="1385277" y="235140"/>
                </a:lnTo>
                <a:lnTo>
                  <a:pt x="1354899" y="241058"/>
                </a:lnTo>
                <a:lnTo>
                  <a:pt x="1342288" y="240296"/>
                </a:lnTo>
                <a:lnTo>
                  <a:pt x="1303515" y="221932"/>
                </a:lnTo>
                <a:lnTo>
                  <a:pt x="1288326" y="189712"/>
                </a:lnTo>
                <a:lnTo>
                  <a:pt x="1251343" y="200507"/>
                </a:lnTo>
                <a:lnTo>
                  <a:pt x="1275054" y="247904"/>
                </a:lnTo>
                <a:lnTo>
                  <a:pt x="1318374" y="272008"/>
                </a:lnTo>
                <a:lnTo>
                  <a:pt x="1354201" y="276555"/>
                </a:lnTo>
                <a:lnTo>
                  <a:pt x="1367802" y="275920"/>
                </a:lnTo>
                <a:lnTo>
                  <a:pt x="1413789" y="260654"/>
                </a:lnTo>
                <a:lnTo>
                  <a:pt x="1442300" y="228142"/>
                </a:lnTo>
                <a:lnTo>
                  <a:pt x="1448308" y="207340"/>
                </a:lnTo>
                <a:lnTo>
                  <a:pt x="1449057" y="196062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41604" y="1486090"/>
            <a:ext cx="337185" cy="337185"/>
            <a:chOff x="641604" y="1486090"/>
            <a:chExt cx="337185" cy="337185"/>
          </a:xfrm>
        </p:grpSpPr>
        <p:sp>
          <p:nvSpPr>
            <p:cNvPr id="5" name="object 5"/>
            <p:cNvSpPr/>
            <p:nvPr/>
          </p:nvSpPr>
          <p:spPr>
            <a:xfrm>
              <a:off x="641604" y="1486090"/>
              <a:ext cx="337185" cy="337185"/>
            </a:xfrm>
            <a:custGeom>
              <a:avLst/>
              <a:gdLst/>
              <a:ahLst/>
              <a:cxnLst/>
              <a:rect l="l" t="t" r="r" b="b"/>
              <a:pathLst>
                <a:path w="337184" h="337185">
                  <a:moveTo>
                    <a:pt x="168421" y="336842"/>
                  </a:moveTo>
                  <a:lnTo>
                    <a:pt x="123648" y="330826"/>
                  </a:lnTo>
                  <a:lnTo>
                    <a:pt x="83415" y="313847"/>
                  </a:lnTo>
                  <a:lnTo>
                    <a:pt x="49329" y="287512"/>
                  </a:lnTo>
                  <a:lnTo>
                    <a:pt x="22994" y="253426"/>
                  </a:lnTo>
                  <a:lnTo>
                    <a:pt x="6016" y="213194"/>
                  </a:lnTo>
                  <a:lnTo>
                    <a:pt x="0" y="168421"/>
                  </a:lnTo>
                  <a:lnTo>
                    <a:pt x="6016" y="123648"/>
                  </a:lnTo>
                  <a:lnTo>
                    <a:pt x="22994" y="83415"/>
                  </a:lnTo>
                  <a:lnTo>
                    <a:pt x="49329" y="49329"/>
                  </a:lnTo>
                  <a:lnTo>
                    <a:pt x="83415" y="22994"/>
                  </a:lnTo>
                  <a:lnTo>
                    <a:pt x="123648" y="6016"/>
                  </a:lnTo>
                  <a:lnTo>
                    <a:pt x="168421" y="0"/>
                  </a:lnTo>
                  <a:lnTo>
                    <a:pt x="213194" y="6016"/>
                  </a:lnTo>
                  <a:lnTo>
                    <a:pt x="253426" y="22994"/>
                  </a:lnTo>
                  <a:lnTo>
                    <a:pt x="287512" y="49329"/>
                  </a:lnTo>
                  <a:lnTo>
                    <a:pt x="313847" y="83415"/>
                  </a:lnTo>
                  <a:lnTo>
                    <a:pt x="330825" y="123648"/>
                  </a:lnTo>
                  <a:lnTo>
                    <a:pt x="336842" y="168421"/>
                  </a:lnTo>
                  <a:lnTo>
                    <a:pt x="330825" y="213194"/>
                  </a:lnTo>
                  <a:lnTo>
                    <a:pt x="313847" y="253426"/>
                  </a:lnTo>
                  <a:lnTo>
                    <a:pt x="287512" y="287512"/>
                  </a:lnTo>
                  <a:lnTo>
                    <a:pt x="253426" y="313847"/>
                  </a:lnTo>
                  <a:lnTo>
                    <a:pt x="213194" y="330826"/>
                  </a:lnTo>
                  <a:lnTo>
                    <a:pt x="168421" y="336842"/>
                  </a:lnTo>
                  <a:close/>
                </a:path>
              </a:pathLst>
            </a:custGeom>
            <a:solidFill>
              <a:srgbClr val="D4A0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7500" y="1578496"/>
              <a:ext cx="55880" cy="151765"/>
            </a:xfrm>
            <a:custGeom>
              <a:avLst/>
              <a:gdLst/>
              <a:ahLst/>
              <a:cxnLst/>
              <a:rect l="l" t="t" r="r" b="b"/>
              <a:pathLst>
                <a:path w="55880" h="151764">
                  <a:moveTo>
                    <a:pt x="9006" y="46307"/>
                  </a:moveTo>
                  <a:lnTo>
                    <a:pt x="0" y="29027"/>
                  </a:lnTo>
                  <a:lnTo>
                    <a:pt x="6167" y="25830"/>
                  </a:lnTo>
                  <a:lnTo>
                    <a:pt x="11846" y="22553"/>
                  </a:lnTo>
                  <a:lnTo>
                    <a:pt x="37887" y="0"/>
                  </a:lnTo>
                  <a:lnTo>
                    <a:pt x="55607" y="0"/>
                  </a:lnTo>
                  <a:lnTo>
                    <a:pt x="55607" y="23398"/>
                  </a:lnTo>
                  <a:lnTo>
                    <a:pt x="37300" y="23398"/>
                  </a:lnTo>
                  <a:lnTo>
                    <a:pt x="37274" y="24717"/>
                  </a:lnTo>
                  <a:lnTo>
                    <a:pt x="35407" y="28423"/>
                  </a:lnTo>
                  <a:lnTo>
                    <a:pt x="32013" y="32291"/>
                  </a:lnTo>
                  <a:lnTo>
                    <a:pt x="23006" y="38654"/>
                  </a:lnTo>
                  <a:lnTo>
                    <a:pt x="16838" y="42260"/>
                  </a:lnTo>
                  <a:lnTo>
                    <a:pt x="9006" y="46307"/>
                  </a:lnTo>
                  <a:close/>
                </a:path>
                <a:path w="55880" h="151764">
                  <a:moveTo>
                    <a:pt x="37274" y="24717"/>
                  </a:moveTo>
                  <a:lnTo>
                    <a:pt x="37300" y="23398"/>
                  </a:lnTo>
                  <a:lnTo>
                    <a:pt x="37691" y="23887"/>
                  </a:lnTo>
                  <a:lnTo>
                    <a:pt x="37274" y="24717"/>
                  </a:lnTo>
                  <a:close/>
                </a:path>
                <a:path w="55880" h="151764">
                  <a:moveTo>
                    <a:pt x="55607" y="151208"/>
                  </a:moveTo>
                  <a:lnTo>
                    <a:pt x="34754" y="151208"/>
                  </a:lnTo>
                  <a:lnTo>
                    <a:pt x="36844" y="46307"/>
                  </a:lnTo>
                  <a:lnTo>
                    <a:pt x="36924" y="42260"/>
                  </a:lnTo>
                  <a:lnTo>
                    <a:pt x="36996" y="38654"/>
                  </a:lnTo>
                  <a:lnTo>
                    <a:pt x="37123" y="32291"/>
                  </a:lnTo>
                  <a:lnTo>
                    <a:pt x="37188" y="29027"/>
                  </a:lnTo>
                  <a:lnTo>
                    <a:pt x="37274" y="24717"/>
                  </a:lnTo>
                  <a:lnTo>
                    <a:pt x="37691" y="23887"/>
                  </a:lnTo>
                  <a:lnTo>
                    <a:pt x="37300" y="23398"/>
                  </a:lnTo>
                  <a:lnTo>
                    <a:pt x="55607" y="23398"/>
                  </a:lnTo>
                  <a:lnTo>
                    <a:pt x="55607" y="151208"/>
                  </a:lnTo>
                  <a:close/>
                </a:path>
              </a:pathLst>
            </a:custGeom>
            <a:solidFill>
              <a:srgbClr val="0A3C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30407" y="1549999"/>
            <a:ext cx="5710555" cy="3197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9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9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00" spc="-9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90" dirty="0">
                <a:solidFill>
                  <a:srgbClr val="1B2A24"/>
                </a:solidFill>
                <a:latin typeface="Arial"/>
                <a:cs typeface="Arial"/>
              </a:rPr>
              <a:t>lyz</a:t>
            </a:r>
            <a:r>
              <a:rPr sz="1400" spc="-9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00" spc="2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p</a:t>
            </a: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rson</a:t>
            </a: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450" spc="-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00" spc="-10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100" dirty="0">
                <a:solidFill>
                  <a:srgbClr val="1B2A24"/>
                </a:solidFill>
                <a:latin typeface="Arial"/>
                <a:cs typeface="Arial"/>
              </a:rPr>
              <a:t>xp</a:t>
            </a:r>
            <a:r>
              <a:rPr sz="1400" spc="-10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100" dirty="0">
                <a:solidFill>
                  <a:srgbClr val="1B2A24"/>
                </a:solidFill>
                <a:latin typeface="Arial"/>
                <a:cs typeface="Arial"/>
              </a:rPr>
              <a:t>ns</a:t>
            </a:r>
            <a:r>
              <a:rPr sz="1400" spc="-10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00" spc="4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1B2A24"/>
                </a:solidFill>
                <a:latin typeface="Arial"/>
                <a:cs typeface="Arial"/>
              </a:rPr>
              <a:t>da</a:t>
            </a:r>
            <a:r>
              <a:rPr sz="1450" spc="-2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400" spc="-2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00" spc="-3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450" spc="-1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40" dirty="0">
                <a:solidFill>
                  <a:srgbClr val="1B2A24"/>
                </a:solidFill>
                <a:latin typeface="Arial"/>
                <a:cs typeface="Arial"/>
              </a:rPr>
              <a:t>i</a:t>
            </a:r>
            <a:r>
              <a:rPr sz="1400" spc="-40" dirty="0">
                <a:solidFill>
                  <a:srgbClr val="1B2A24"/>
                </a:solidFill>
                <a:latin typeface="Arial"/>
                <a:cs typeface="Arial"/>
              </a:rPr>
              <a:t>de</a:t>
            </a:r>
            <a:r>
              <a:rPr sz="1450" spc="-40" dirty="0">
                <a:solidFill>
                  <a:srgbClr val="1B2A24"/>
                </a:solidFill>
                <a:latin typeface="Arial"/>
                <a:cs typeface="Arial"/>
              </a:rPr>
              <a:t>ntify</a:t>
            </a:r>
            <a:r>
              <a:rPr sz="1450" spc="-3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45" dirty="0">
                <a:solidFill>
                  <a:srgbClr val="1B2A24"/>
                </a:solidFill>
                <a:latin typeface="Arial"/>
                <a:cs typeface="Arial"/>
              </a:rPr>
              <a:t>import</a:t>
            </a:r>
            <a:r>
              <a:rPr sz="1400" spc="-4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45" dirty="0">
                <a:solidFill>
                  <a:srgbClr val="1B2A24"/>
                </a:solidFill>
                <a:latin typeface="Arial"/>
                <a:cs typeface="Arial"/>
              </a:rPr>
              <a:t>nt</a:t>
            </a:r>
            <a:r>
              <a:rPr sz="1450" spc="-4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sp</a:t>
            </a: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ing</a:t>
            </a:r>
            <a:r>
              <a:rPr sz="1450" spc="-10" dirty="0">
                <a:solidFill>
                  <a:srgbClr val="1B2A24"/>
                </a:solidFill>
                <a:latin typeface="Arial"/>
                <a:cs typeface="Arial"/>
              </a:rPr>
              <a:t> p</a:t>
            </a:r>
            <a:r>
              <a:rPr sz="1400" spc="-1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10" dirty="0">
                <a:solidFill>
                  <a:srgbClr val="1B2A24"/>
                </a:solidFill>
                <a:latin typeface="Arial"/>
                <a:cs typeface="Arial"/>
              </a:rPr>
              <a:t>tt</a:t>
            </a:r>
            <a:r>
              <a:rPr sz="1400" spc="-1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10" dirty="0">
                <a:solidFill>
                  <a:srgbClr val="1B2A24"/>
                </a:solidFill>
                <a:latin typeface="Arial"/>
                <a:cs typeface="Arial"/>
              </a:rPr>
              <a:t>rns</a:t>
            </a:r>
            <a:r>
              <a:rPr sz="1350" spc="-1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350">
              <a:latin typeface="Calibri"/>
              <a:cs typeface="Calibri"/>
            </a:endParaRPr>
          </a:p>
          <a:p>
            <a:pPr marL="12700" marR="431165">
              <a:lnSpc>
                <a:spcPct val="333900"/>
              </a:lnSpc>
            </a:pP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ea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n </a:t>
            </a: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400" spc="1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65" dirty="0">
                <a:solidFill>
                  <a:srgbClr val="1B2A24"/>
                </a:solidFill>
                <a:latin typeface="Arial"/>
                <a:cs typeface="Arial"/>
              </a:rPr>
              <a:t>pr</a:t>
            </a:r>
            <a:r>
              <a:rPr sz="14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65" dirty="0">
                <a:solidFill>
                  <a:srgbClr val="1B2A24"/>
                </a:solidFill>
                <a:latin typeface="Arial"/>
                <a:cs typeface="Arial"/>
              </a:rPr>
              <a:t>pro</a:t>
            </a:r>
            <a:r>
              <a:rPr sz="1400" spc="-65" dirty="0">
                <a:solidFill>
                  <a:srgbClr val="1B2A24"/>
                </a:solidFill>
                <a:latin typeface="Arial"/>
                <a:cs typeface="Arial"/>
              </a:rPr>
              <a:t>ce</a:t>
            </a:r>
            <a:r>
              <a:rPr sz="1450" spc="-65" dirty="0">
                <a:solidFill>
                  <a:srgbClr val="1B2A24"/>
                </a:solidFill>
                <a:latin typeface="Arial"/>
                <a:cs typeface="Arial"/>
              </a:rPr>
              <a:t>ss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6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400" spc="-6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65" dirty="0">
                <a:solidFill>
                  <a:srgbClr val="1B2A24"/>
                </a:solidFill>
                <a:latin typeface="Arial"/>
                <a:cs typeface="Arial"/>
              </a:rPr>
              <a:t>w</a:t>
            </a:r>
            <a:r>
              <a:rPr sz="14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tr</a:t>
            </a:r>
            <a:r>
              <a:rPr sz="1400" spc="-6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ns</a:t>
            </a:r>
            <a:r>
              <a:rPr sz="1400" spc="-60" dirty="0">
                <a:solidFill>
                  <a:srgbClr val="1B2A24"/>
                </a:solidFill>
                <a:latin typeface="Arial"/>
                <a:cs typeface="Arial"/>
              </a:rPr>
              <a:t>ac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tion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1B2A24"/>
                </a:solidFill>
                <a:latin typeface="Arial"/>
                <a:cs typeface="Arial"/>
              </a:rPr>
              <a:t>da</a:t>
            </a:r>
            <a:r>
              <a:rPr sz="1450" spc="-2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400" spc="-25" dirty="0">
                <a:solidFill>
                  <a:srgbClr val="1B2A24"/>
                </a:solidFill>
                <a:latin typeface="Arial"/>
                <a:cs typeface="Arial"/>
              </a:rPr>
              <a:t>a </a:t>
            </a:r>
            <a:r>
              <a:rPr sz="1450" spc="-20" dirty="0">
                <a:solidFill>
                  <a:srgbClr val="1B2A24"/>
                </a:solidFill>
                <a:latin typeface="Arial"/>
                <a:cs typeface="Arial"/>
              </a:rPr>
              <a:t>for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1B2A24"/>
                </a:solidFill>
                <a:latin typeface="Arial"/>
                <a:cs typeface="Arial"/>
              </a:rPr>
              <a:t>acc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ur</a:t>
            </a:r>
            <a:r>
              <a:rPr sz="1400" spc="-6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400" spc="-6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00" spc="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1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00" spc="-1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10" dirty="0">
                <a:solidFill>
                  <a:srgbClr val="1B2A24"/>
                </a:solidFill>
                <a:latin typeface="Arial"/>
                <a:cs typeface="Arial"/>
              </a:rPr>
              <a:t>lysis</a:t>
            </a:r>
            <a:r>
              <a:rPr sz="1350" spc="-10" dirty="0">
                <a:solidFill>
                  <a:srgbClr val="1B2A24"/>
                </a:solidFill>
                <a:latin typeface="Calibri"/>
                <a:cs typeface="Calibri"/>
              </a:rPr>
              <a:t>. </a:t>
            </a:r>
            <a:r>
              <a:rPr sz="1400" spc="-70" dirty="0">
                <a:solidFill>
                  <a:srgbClr val="1B2A24"/>
                </a:solidFill>
                <a:latin typeface="Arial"/>
                <a:cs typeface="Arial"/>
              </a:rPr>
              <a:t>U</a:t>
            </a:r>
            <a:r>
              <a:rPr sz="1450" spc="-7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00" spc="-70" dirty="0">
                <a:solidFill>
                  <a:srgbClr val="1B2A24"/>
                </a:solidFill>
                <a:latin typeface="Arial"/>
                <a:cs typeface="Arial"/>
              </a:rPr>
              <a:t>de</a:t>
            </a:r>
            <a:r>
              <a:rPr sz="1450" spc="-70" dirty="0">
                <a:solidFill>
                  <a:srgbClr val="1B2A24"/>
                </a:solidFill>
                <a:latin typeface="Arial"/>
                <a:cs typeface="Arial"/>
              </a:rPr>
              <a:t>rst</a:t>
            </a:r>
            <a:r>
              <a:rPr sz="1400" spc="-7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7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00" spc="-7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400" spc="-3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th</a:t>
            </a:r>
            <a:r>
              <a:rPr sz="1400" spc="-6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70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400" spc="-7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70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400" spc="-7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70" dirty="0">
                <a:solidFill>
                  <a:srgbClr val="1B2A24"/>
                </a:solidFill>
                <a:latin typeface="Arial"/>
                <a:cs typeface="Arial"/>
              </a:rPr>
              <a:t>tionship</a:t>
            </a:r>
            <a:r>
              <a:rPr sz="1450" spc="-3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be</a:t>
            </a:r>
            <a:r>
              <a:rPr sz="1450" spc="-50" dirty="0">
                <a:solidFill>
                  <a:srgbClr val="1B2A24"/>
                </a:solidFill>
                <a:latin typeface="Arial"/>
                <a:cs typeface="Arial"/>
              </a:rPr>
              <a:t>tw</a:t>
            </a: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ee</a:t>
            </a:r>
            <a:r>
              <a:rPr sz="1450" spc="-5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5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45" dirty="0">
                <a:solidFill>
                  <a:srgbClr val="1B2A24"/>
                </a:solidFill>
                <a:latin typeface="Arial"/>
                <a:cs typeface="Arial"/>
              </a:rPr>
              <a:t>in</a:t>
            </a:r>
            <a:r>
              <a:rPr sz="1400" spc="-45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450" spc="-45" dirty="0">
                <a:solidFill>
                  <a:srgbClr val="1B2A24"/>
                </a:solidFill>
                <a:latin typeface="Arial"/>
                <a:cs typeface="Arial"/>
              </a:rPr>
              <a:t>om</a:t>
            </a:r>
            <a:r>
              <a:rPr sz="1400" spc="-4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350" spc="-45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350" spc="4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400" spc="-6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xp</a:t>
            </a:r>
            <a:r>
              <a:rPr sz="1400" spc="-6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00" spc="-6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itur</a:t>
            </a:r>
            <a:r>
              <a:rPr sz="1400" spc="-6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350" spc="-60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350" spc="4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400" spc="-2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40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400" spc="-4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40" dirty="0">
                <a:solidFill>
                  <a:srgbClr val="1B2A24"/>
                </a:solidFill>
                <a:latin typeface="Arial"/>
                <a:cs typeface="Arial"/>
              </a:rPr>
              <a:t>vings</a:t>
            </a:r>
            <a:r>
              <a:rPr sz="1350" spc="-40" dirty="0">
                <a:solidFill>
                  <a:srgbClr val="1B2A24"/>
                </a:solidFill>
                <a:latin typeface="Calibri"/>
                <a:cs typeface="Calibri"/>
              </a:rPr>
              <a:t>. </a:t>
            </a:r>
            <a:r>
              <a:rPr sz="1400" spc="-95" dirty="0">
                <a:solidFill>
                  <a:srgbClr val="1B2A24"/>
                </a:solidFill>
                <a:latin typeface="Arial"/>
                <a:cs typeface="Arial"/>
              </a:rPr>
              <a:t>V</a:t>
            </a:r>
            <a:r>
              <a:rPr sz="1450" spc="-95" dirty="0">
                <a:solidFill>
                  <a:srgbClr val="1B2A24"/>
                </a:solidFill>
                <a:latin typeface="Arial"/>
                <a:cs typeface="Arial"/>
              </a:rPr>
              <a:t>isu</a:t>
            </a:r>
            <a:r>
              <a:rPr sz="1400" spc="-9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95" dirty="0">
                <a:solidFill>
                  <a:srgbClr val="1B2A24"/>
                </a:solidFill>
                <a:latin typeface="Arial"/>
                <a:cs typeface="Arial"/>
              </a:rPr>
              <a:t>liz</a:t>
            </a:r>
            <a:r>
              <a:rPr sz="1400" spc="-9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00" spc="2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sp</a:t>
            </a: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ing</a:t>
            </a:r>
            <a:r>
              <a:rPr sz="1450" spc="-1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tr</a:t>
            </a:r>
            <a:r>
              <a:rPr sz="1400" spc="-6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00" spc="-6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45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100" dirty="0">
                <a:solidFill>
                  <a:srgbClr val="1B2A24"/>
                </a:solidFill>
                <a:latin typeface="Arial"/>
                <a:cs typeface="Arial"/>
              </a:rPr>
              <a:t>using</a:t>
            </a:r>
            <a:r>
              <a:rPr sz="1450" spc="-1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450" spc="-50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ea</a:t>
            </a:r>
            <a:r>
              <a:rPr sz="1450" spc="-50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350" spc="-50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350" spc="6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450" spc="-55" dirty="0">
                <a:solidFill>
                  <a:srgbClr val="1B2A24"/>
                </a:solidFill>
                <a:latin typeface="Arial"/>
                <a:cs typeface="Arial"/>
              </a:rPr>
              <a:t>inform</a:t>
            </a:r>
            <a:r>
              <a:rPr sz="1400" spc="-5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55" dirty="0">
                <a:solidFill>
                  <a:srgbClr val="1B2A24"/>
                </a:solidFill>
                <a:latin typeface="Arial"/>
                <a:cs typeface="Arial"/>
              </a:rPr>
              <a:t>tiv</a:t>
            </a:r>
            <a:r>
              <a:rPr sz="1400" spc="-5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00" spc="3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450" spc="-10" dirty="0">
                <a:solidFill>
                  <a:srgbClr val="1B2A24"/>
                </a:solidFill>
                <a:latin typeface="Arial"/>
                <a:cs typeface="Arial"/>
              </a:rPr>
              <a:t>h</a:t>
            </a:r>
            <a:r>
              <a:rPr sz="1400" spc="-1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10" dirty="0">
                <a:solidFill>
                  <a:srgbClr val="1B2A24"/>
                </a:solidFill>
                <a:latin typeface="Arial"/>
                <a:cs typeface="Arial"/>
              </a:rPr>
              <a:t>rts</a:t>
            </a:r>
            <a:r>
              <a:rPr sz="1350" spc="-1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45" dirty="0">
                <a:solidFill>
                  <a:srgbClr val="1B2A24"/>
                </a:solidFill>
                <a:latin typeface="Arial"/>
                <a:cs typeface="Arial"/>
              </a:rPr>
              <a:t>Ide</a:t>
            </a:r>
            <a:r>
              <a:rPr sz="1450" spc="-45" dirty="0">
                <a:solidFill>
                  <a:srgbClr val="1B2A24"/>
                </a:solidFill>
                <a:latin typeface="Arial"/>
                <a:cs typeface="Arial"/>
              </a:rPr>
              <a:t>ntify</a:t>
            </a:r>
            <a:r>
              <a:rPr sz="1450" spc="-1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1B2A24"/>
                </a:solidFill>
                <a:latin typeface="Arial"/>
                <a:cs typeface="Arial"/>
              </a:rPr>
              <a:t>whi</a:t>
            </a:r>
            <a:r>
              <a:rPr sz="1400" spc="-55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450" spc="-55" dirty="0">
                <a:solidFill>
                  <a:srgbClr val="1B2A24"/>
                </a:solidFill>
                <a:latin typeface="Arial"/>
                <a:cs typeface="Arial"/>
              </a:rPr>
              <a:t>h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00" spc="-10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100" dirty="0">
                <a:solidFill>
                  <a:srgbClr val="1B2A24"/>
                </a:solidFill>
                <a:latin typeface="Arial"/>
                <a:cs typeface="Arial"/>
              </a:rPr>
              <a:t>xp</a:t>
            </a:r>
            <a:r>
              <a:rPr sz="1400" spc="-10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100" dirty="0">
                <a:solidFill>
                  <a:srgbClr val="1B2A24"/>
                </a:solidFill>
                <a:latin typeface="Arial"/>
                <a:cs typeface="Arial"/>
              </a:rPr>
              <a:t>ns</a:t>
            </a:r>
            <a:r>
              <a:rPr sz="1400" spc="-10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00" spc="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1B2A24"/>
                </a:solidFill>
                <a:latin typeface="Arial"/>
                <a:cs typeface="Arial"/>
              </a:rPr>
              <a:t>ca</a:t>
            </a:r>
            <a:r>
              <a:rPr sz="1450" spc="-5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400" spc="-5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55" dirty="0">
                <a:solidFill>
                  <a:srgbClr val="1B2A24"/>
                </a:solidFill>
                <a:latin typeface="Arial"/>
                <a:cs typeface="Arial"/>
              </a:rPr>
              <a:t>gori</a:t>
            </a:r>
            <a:r>
              <a:rPr sz="1400" spc="-5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5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45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1B2A24"/>
                </a:solidFill>
                <a:latin typeface="Arial"/>
                <a:cs typeface="Arial"/>
              </a:rPr>
              <a:t>most</a:t>
            </a:r>
            <a:r>
              <a:rPr sz="1450" spc="-2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1B2A24"/>
                </a:solidFill>
                <a:latin typeface="Arial"/>
                <a:cs typeface="Arial"/>
              </a:rPr>
              <a:t>signifi</a:t>
            </a:r>
            <a:r>
              <a:rPr sz="1400" spc="-55" dirty="0">
                <a:solidFill>
                  <a:srgbClr val="1B2A24"/>
                </a:solidFill>
                <a:latin typeface="Arial"/>
                <a:cs typeface="Arial"/>
              </a:rPr>
              <a:t>ca</a:t>
            </a:r>
            <a:r>
              <a:rPr sz="1450" spc="-55" dirty="0">
                <a:solidFill>
                  <a:srgbClr val="1B2A24"/>
                </a:solidFill>
                <a:latin typeface="Arial"/>
                <a:cs typeface="Arial"/>
              </a:rPr>
              <a:t>ntly</a:t>
            </a:r>
            <a:r>
              <a:rPr sz="1450" spc="-1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45" dirty="0">
                <a:solidFill>
                  <a:srgbClr val="1B2A24"/>
                </a:solidFill>
                <a:latin typeface="Arial"/>
                <a:cs typeface="Arial"/>
              </a:rPr>
              <a:t>imp</a:t>
            </a:r>
            <a:r>
              <a:rPr sz="1400" spc="-45" dirty="0">
                <a:solidFill>
                  <a:srgbClr val="1B2A24"/>
                </a:solidFill>
                <a:latin typeface="Arial"/>
                <a:cs typeface="Arial"/>
              </a:rPr>
              <a:t>ac</a:t>
            </a:r>
            <a:r>
              <a:rPr sz="1450" spc="-4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450" spc="-2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65" dirty="0">
                <a:solidFill>
                  <a:srgbClr val="1B2A24"/>
                </a:solidFill>
                <a:latin typeface="Arial"/>
                <a:cs typeface="Arial"/>
              </a:rPr>
              <a:t>monthly</a:t>
            </a:r>
            <a:r>
              <a:rPr sz="1450" spc="-1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2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400" spc="-2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25" dirty="0">
                <a:solidFill>
                  <a:srgbClr val="1B2A24"/>
                </a:solidFill>
                <a:latin typeface="Arial"/>
                <a:cs typeface="Arial"/>
              </a:rPr>
              <a:t>vings</a:t>
            </a:r>
            <a:r>
              <a:rPr sz="1350" spc="-25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1604" y="2223935"/>
            <a:ext cx="337185" cy="337185"/>
            <a:chOff x="641604" y="2223935"/>
            <a:chExt cx="337185" cy="337185"/>
          </a:xfrm>
        </p:grpSpPr>
        <p:sp>
          <p:nvSpPr>
            <p:cNvPr id="9" name="object 9"/>
            <p:cNvSpPr/>
            <p:nvPr/>
          </p:nvSpPr>
          <p:spPr>
            <a:xfrm>
              <a:off x="641604" y="2223935"/>
              <a:ext cx="337185" cy="337185"/>
            </a:xfrm>
            <a:custGeom>
              <a:avLst/>
              <a:gdLst/>
              <a:ahLst/>
              <a:cxnLst/>
              <a:rect l="l" t="t" r="r" b="b"/>
              <a:pathLst>
                <a:path w="337184" h="337185">
                  <a:moveTo>
                    <a:pt x="168421" y="336841"/>
                  </a:moveTo>
                  <a:lnTo>
                    <a:pt x="123648" y="330825"/>
                  </a:lnTo>
                  <a:lnTo>
                    <a:pt x="83415" y="313847"/>
                  </a:lnTo>
                  <a:lnTo>
                    <a:pt x="49329" y="287512"/>
                  </a:lnTo>
                  <a:lnTo>
                    <a:pt x="22994" y="253426"/>
                  </a:lnTo>
                  <a:lnTo>
                    <a:pt x="6016" y="213193"/>
                  </a:lnTo>
                  <a:lnTo>
                    <a:pt x="0" y="168421"/>
                  </a:lnTo>
                  <a:lnTo>
                    <a:pt x="6016" y="123648"/>
                  </a:lnTo>
                  <a:lnTo>
                    <a:pt x="22994" y="83415"/>
                  </a:lnTo>
                  <a:lnTo>
                    <a:pt x="49329" y="49329"/>
                  </a:lnTo>
                  <a:lnTo>
                    <a:pt x="83415" y="22994"/>
                  </a:lnTo>
                  <a:lnTo>
                    <a:pt x="123648" y="6016"/>
                  </a:lnTo>
                  <a:lnTo>
                    <a:pt x="168421" y="0"/>
                  </a:lnTo>
                  <a:lnTo>
                    <a:pt x="213194" y="6016"/>
                  </a:lnTo>
                  <a:lnTo>
                    <a:pt x="253426" y="22994"/>
                  </a:lnTo>
                  <a:lnTo>
                    <a:pt x="287512" y="49329"/>
                  </a:lnTo>
                  <a:lnTo>
                    <a:pt x="313847" y="83415"/>
                  </a:lnTo>
                  <a:lnTo>
                    <a:pt x="330825" y="123648"/>
                  </a:lnTo>
                  <a:lnTo>
                    <a:pt x="336842" y="168421"/>
                  </a:lnTo>
                  <a:lnTo>
                    <a:pt x="330825" y="213193"/>
                  </a:lnTo>
                  <a:lnTo>
                    <a:pt x="313847" y="253426"/>
                  </a:lnTo>
                  <a:lnTo>
                    <a:pt x="287512" y="287512"/>
                  </a:lnTo>
                  <a:lnTo>
                    <a:pt x="253426" y="313847"/>
                  </a:lnTo>
                  <a:lnTo>
                    <a:pt x="213194" y="330825"/>
                  </a:lnTo>
                  <a:lnTo>
                    <a:pt x="168421" y="336841"/>
                  </a:lnTo>
                  <a:close/>
                </a:path>
              </a:pathLst>
            </a:custGeom>
            <a:solidFill>
              <a:srgbClr val="D4A0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6739" y="2314334"/>
              <a:ext cx="98831" cy="15321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641604" y="2961779"/>
            <a:ext cx="337185" cy="337185"/>
            <a:chOff x="641604" y="2961779"/>
            <a:chExt cx="337185" cy="337185"/>
          </a:xfrm>
        </p:grpSpPr>
        <p:sp>
          <p:nvSpPr>
            <p:cNvPr id="12" name="object 12"/>
            <p:cNvSpPr/>
            <p:nvPr/>
          </p:nvSpPr>
          <p:spPr>
            <a:xfrm>
              <a:off x="641604" y="2961779"/>
              <a:ext cx="337185" cy="337185"/>
            </a:xfrm>
            <a:custGeom>
              <a:avLst/>
              <a:gdLst/>
              <a:ahLst/>
              <a:cxnLst/>
              <a:rect l="l" t="t" r="r" b="b"/>
              <a:pathLst>
                <a:path w="337184" h="337185">
                  <a:moveTo>
                    <a:pt x="168421" y="336842"/>
                  </a:moveTo>
                  <a:lnTo>
                    <a:pt x="123648" y="330826"/>
                  </a:lnTo>
                  <a:lnTo>
                    <a:pt x="83415" y="313847"/>
                  </a:lnTo>
                  <a:lnTo>
                    <a:pt x="49329" y="287512"/>
                  </a:lnTo>
                  <a:lnTo>
                    <a:pt x="22994" y="253426"/>
                  </a:lnTo>
                  <a:lnTo>
                    <a:pt x="6016" y="213194"/>
                  </a:lnTo>
                  <a:lnTo>
                    <a:pt x="0" y="168421"/>
                  </a:lnTo>
                  <a:lnTo>
                    <a:pt x="6016" y="123648"/>
                  </a:lnTo>
                  <a:lnTo>
                    <a:pt x="22994" y="83415"/>
                  </a:lnTo>
                  <a:lnTo>
                    <a:pt x="49329" y="49329"/>
                  </a:lnTo>
                  <a:lnTo>
                    <a:pt x="83415" y="22994"/>
                  </a:lnTo>
                  <a:lnTo>
                    <a:pt x="123648" y="6016"/>
                  </a:lnTo>
                  <a:lnTo>
                    <a:pt x="168421" y="0"/>
                  </a:lnTo>
                  <a:lnTo>
                    <a:pt x="213194" y="6016"/>
                  </a:lnTo>
                  <a:lnTo>
                    <a:pt x="253426" y="22994"/>
                  </a:lnTo>
                  <a:lnTo>
                    <a:pt x="287512" y="49329"/>
                  </a:lnTo>
                  <a:lnTo>
                    <a:pt x="313847" y="83415"/>
                  </a:lnTo>
                  <a:lnTo>
                    <a:pt x="330825" y="123648"/>
                  </a:lnTo>
                  <a:lnTo>
                    <a:pt x="336842" y="168421"/>
                  </a:lnTo>
                  <a:lnTo>
                    <a:pt x="330825" y="213194"/>
                  </a:lnTo>
                  <a:lnTo>
                    <a:pt x="313847" y="253426"/>
                  </a:lnTo>
                  <a:lnTo>
                    <a:pt x="287512" y="287512"/>
                  </a:lnTo>
                  <a:lnTo>
                    <a:pt x="253426" y="313847"/>
                  </a:lnTo>
                  <a:lnTo>
                    <a:pt x="213194" y="330826"/>
                  </a:lnTo>
                  <a:lnTo>
                    <a:pt x="168421" y="336842"/>
                  </a:lnTo>
                  <a:close/>
                </a:path>
              </a:pathLst>
            </a:custGeom>
            <a:solidFill>
              <a:srgbClr val="D4A0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3998" y="3054186"/>
              <a:ext cx="105928" cy="153361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641604" y="3699624"/>
            <a:ext cx="337185" cy="337185"/>
            <a:chOff x="641604" y="3699624"/>
            <a:chExt cx="337185" cy="337185"/>
          </a:xfrm>
        </p:grpSpPr>
        <p:sp>
          <p:nvSpPr>
            <p:cNvPr id="15" name="object 15"/>
            <p:cNvSpPr/>
            <p:nvPr/>
          </p:nvSpPr>
          <p:spPr>
            <a:xfrm>
              <a:off x="641604" y="3699624"/>
              <a:ext cx="337185" cy="337185"/>
            </a:xfrm>
            <a:custGeom>
              <a:avLst/>
              <a:gdLst/>
              <a:ahLst/>
              <a:cxnLst/>
              <a:rect l="l" t="t" r="r" b="b"/>
              <a:pathLst>
                <a:path w="337184" h="337185">
                  <a:moveTo>
                    <a:pt x="168421" y="336841"/>
                  </a:moveTo>
                  <a:lnTo>
                    <a:pt x="123648" y="330825"/>
                  </a:lnTo>
                  <a:lnTo>
                    <a:pt x="83415" y="313847"/>
                  </a:lnTo>
                  <a:lnTo>
                    <a:pt x="49329" y="287512"/>
                  </a:lnTo>
                  <a:lnTo>
                    <a:pt x="22994" y="253426"/>
                  </a:lnTo>
                  <a:lnTo>
                    <a:pt x="6016" y="213193"/>
                  </a:lnTo>
                  <a:lnTo>
                    <a:pt x="0" y="168421"/>
                  </a:lnTo>
                  <a:lnTo>
                    <a:pt x="6016" y="123648"/>
                  </a:lnTo>
                  <a:lnTo>
                    <a:pt x="22994" y="83415"/>
                  </a:lnTo>
                  <a:lnTo>
                    <a:pt x="49329" y="49329"/>
                  </a:lnTo>
                  <a:lnTo>
                    <a:pt x="83415" y="22994"/>
                  </a:lnTo>
                  <a:lnTo>
                    <a:pt x="123648" y="6016"/>
                  </a:lnTo>
                  <a:lnTo>
                    <a:pt x="168421" y="0"/>
                  </a:lnTo>
                  <a:lnTo>
                    <a:pt x="213194" y="6016"/>
                  </a:lnTo>
                  <a:lnTo>
                    <a:pt x="253426" y="22994"/>
                  </a:lnTo>
                  <a:lnTo>
                    <a:pt x="287512" y="49329"/>
                  </a:lnTo>
                  <a:lnTo>
                    <a:pt x="313847" y="83415"/>
                  </a:lnTo>
                  <a:lnTo>
                    <a:pt x="330825" y="123648"/>
                  </a:lnTo>
                  <a:lnTo>
                    <a:pt x="336842" y="168421"/>
                  </a:lnTo>
                  <a:lnTo>
                    <a:pt x="330825" y="213193"/>
                  </a:lnTo>
                  <a:lnTo>
                    <a:pt x="313847" y="253426"/>
                  </a:lnTo>
                  <a:lnTo>
                    <a:pt x="287512" y="287512"/>
                  </a:lnTo>
                  <a:lnTo>
                    <a:pt x="253426" y="313847"/>
                  </a:lnTo>
                  <a:lnTo>
                    <a:pt x="213194" y="330825"/>
                  </a:lnTo>
                  <a:lnTo>
                    <a:pt x="168421" y="336841"/>
                  </a:lnTo>
                  <a:close/>
                </a:path>
              </a:pathLst>
            </a:custGeom>
            <a:solidFill>
              <a:srgbClr val="D4A0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082" y="3792030"/>
              <a:ext cx="116551" cy="151208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641604" y="4437469"/>
            <a:ext cx="337185" cy="337185"/>
            <a:chOff x="641604" y="4437469"/>
            <a:chExt cx="337185" cy="337185"/>
          </a:xfrm>
        </p:grpSpPr>
        <p:sp>
          <p:nvSpPr>
            <p:cNvPr id="18" name="object 18"/>
            <p:cNvSpPr/>
            <p:nvPr/>
          </p:nvSpPr>
          <p:spPr>
            <a:xfrm>
              <a:off x="641604" y="4437469"/>
              <a:ext cx="337185" cy="337185"/>
            </a:xfrm>
            <a:custGeom>
              <a:avLst/>
              <a:gdLst/>
              <a:ahLst/>
              <a:cxnLst/>
              <a:rect l="l" t="t" r="r" b="b"/>
              <a:pathLst>
                <a:path w="337184" h="337185">
                  <a:moveTo>
                    <a:pt x="168421" y="336841"/>
                  </a:moveTo>
                  <a:lnTo>
                    <a:pt x="123648" y="330825"/>
                  </a:lnTo>
                  <a:lnTo>
                    <a:pt x="83415" y="313847"/>
                  </a:lnTo>
                  <a:lnTo>
                    <a:pt x="49329" y="287512"/>
                  </a:lnTo>
                  <a:lnTo>
                    <a:pt x="22994" y="253426"/>
                  </a:lnTo>
                  <a:lnTo>
                    <a:pt x="6016" y="213193"/>
                  </a:lnTo>
                  <a:lnTo>
                    <a:pt x="0" y="168421"/>
                  </a:lnTo>
                  <a:lnTo>
                    <a:pt x="6016" y="123648"/>
                  </a:lnTo>
                  <a:lnTo>
                    <a:pt x="22994" y="83415"/>
                  </a:lnTo>
                  <a:lnTo>
                    <a:pt x="49329" y="49329"/>
                  </a:lnTo>
                  <a:lnTo>
                    <a:pt x="83415" y="22994"/>
                  </a:lnTo>
                  <a:lnTo>
                    <a:pt x="123648" y="6016"/>
                  </a:lnTo>
                  <a:lnTo>
                    <a:pt x="168421" y="0"/>
                  </a:lnTo>
                  <a:lnTo>
                    <a:pt x="213194" y="6016"/>
                  </a:lnTo>
                  <a:lnTo>
                    <a:pt x="253426" y="22994"/>
                  </a:lnTo>
                  <a:lnTo>
                    <a:pt x="287512" y="49329"/>
                  </a:lnTo>
                  <a:lnTo>
                    <a:pt x="313847" y="83415"/>
                  </a:lnTo>
                  <a:lnTo>
                    <a:pt x="330825" y="123648"/>
                  </a:lnTo>
                  <a:lnTo>
                    <a:pt x="336842" y="168421"/>
                  </a:lnTo>
                  <a:lnTo>
                    <a:pt x="330825" y="213193"/>
                  </a:lnTo>
                  <a:lnTo>
                    <a:pt x="313847" y="253426"/>
                  </a:lnTo>
                  <a:lnTo>
                    <a:pt x="287512" y="287512"/>
                  </a:lnTo>
                  <a:lnTo>
                    <a:pt x="253426" y="313847"/>
                  </a:lnTo>
                  <a:lnTo>
                    <a:pt x="213194" y="330825"/>
                  </a:lnTo>
                  <a:lnTo>
                    <a:pt x="168421" y="336841"/>
                  </a:lnTo>
                  <a:close/>
                </a:path>
              </a:pathLst>
            </a:custGeom>
            <a:solidFill>
              <a:srgbClr val="D4A0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9040" y="4529875"/>
              <a:ext cx="104607" cy="153215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0701" y="122682"/>
            <a:ext cx="962405" cy="962405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9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7469" y="578687"/>
            <a:ext cx="1118235" cy="276860"/>
          </a:xfrm>
          <a:custGeom>
            <a:avLst/>
            <a:gdLst/>
            <a:ahLst/>
            <a:cxnLst/>
            <a:rect l="l" t="t" r="r" b="b"/>
            <a:pathLst>
              <a:path w="1118235" h="276859">
                <a:moveTo>
                  <a:pt x="199631" y="272986"/>
                </a:moveTo>
                <a:lnTo>
                  <a:pt x="186055" y="214947"/>
                </a:lnTo>
                <a:lnTo>
                  <a:pt x="184924" y="209905"/>
                </a:lnTo>
                <a:lnTo>
                  <a:pt x="182524" y="200812"/>
                </a:lnTo>
                <a:lnTo>
                  <a:pt x="168300" y="165252"/>
                </a:lnTo>
                <a:lnTo>
                  <a:pt x="138836" y="144005"/>
                </a:lnTo>
                <a:lnTo>
                  <a:pt x="142341" y="143675"/>
                </a:lnTo>
                <a:lnTo>
                  <a:pt x="177622" y="127139"/>
                </a:lnTo>
                <a:lnTo>
                  <a:pt x="192760" y="81711"/>
                </a:lnTo>
                <a:lnTo>
                  <a:pt x="191960" y="69532"/>
                </a:lnTo>
                <a:lnTo>
                  <a:pt x="189534" y="58305"/>
                </a:lnTo>
                <a:lnTo>
                  <a:pt x="185521" y="48044"/>
                </a:lnTo>
                <a:lnTo>
                  <a:pt x="180035" y="38989"/>
                </a:lnTo>
                <a:lnTo>
                  <a:pt x="179882" y="38722"/>
                </a:lnTo>
                <a:lnTo>
                  <a:pt x="172948" y="30441"/>
                </a:lnTo>
                <a:lnTo>
                  <a:pt x="164960" y="23317"/>
                </a:lnTo>
                <a:lnTo>
                  <a:pt x="155892" y="17386"/>
                </a:lnTo>
                <a:lnTo>
                  <a:pt x="154813" y="16891"/>
                </a:lnTo>
                <a:lnTo>
                  <a:pt x="154813" y="82765"/>
                </a:lnTo>
                <a:lnTo>
                  <a:pt x="153873" y="93319"/>
                </a:lnTo>
                <a:lnTo>
                  <a:pt x="121831" y="122834"/>
                </a:lnTo>
                <a:lnTo>
                  <a:pt x="98425" y="125310"/>
                </a:lnTo>
                <a:lnTo>
                  <a:pt x="37071" y="125310"/>
                </a:lnTo>
                <a:lnTo>
                  <a:pt x="37071" y="38989"/>
                </a:lnTo>
                <a:lnTo>
                  <a:pt x="96253" y="38989"/>
                </a:lnTo>
                <a:lnTo>
                  <a:pt x="139242" y="49339"/>
                </a:lnTo>
                <a:lnTo>
                  <a:pt x="154813" y="82765"/>
                </a:lnTo>
                <a:lnTo>
                  <a:pt x="154813" y="16891"/>
                </a:lnTo>
                <a:lnTo>
                  <a:pt x="111137" y="4711"/>
                </a:lnTo>
                <a:lnTo>
                  <a:pt x="98425" y="4178"/>
                </a:lnTo>
                <a:lnTo>
                  <a:pt x="0" y="4178"/>
                </a:lnTo>
                <a:lnTo>
                  <a:pt x="0" y="272986"/>
                </a:lnTo>
                <a:lnTo>
                  <a:pt x="37071" y="272986"/>
                </a:lnTo>
                <a:lnTo>
                  <a:pt x="37071" y="160032"/>
                </a:lnTo>
                <a:lnTo>
                  <a:pt x="104609" y="160032"/>
                </a:lnTo>
                <a:lnTo>
                  <a:pt x="135674" y="182308"/>
                </a:lnTo>
                <a:lnTo>
                  <a:pt x="160731" y="272986"/>
                </a:lnTo>
                <a:lnTo>
                  <a:pt x="199631" y="272986"/>
                </a:lnTo>
                <a:close/>
              </a:path>
              <a:path w="1118235" h="276859">
                <a:moveTo>
                  <a:pt x="467702" y="136893"/>
                </a:moveTo>
                <a:lnTo>
                  <a:pt x="459587" y="83947"/>
                </a:lnTo>
                <a:lnTo>
                  <a:pt x="435533" y="39776"/>
                </a:lnTo>
                <a:lnTo>
                  <a:pt x="429768" y="33896"/>
                </a:lnTo>
                <a:lnTo>
                  <a:pt x="429768" y="136893"/>
                </a:lnTo>
                <a:lnTo>
                  <a:pt x="429158" y="151841"/>
                </a:lnTo>
                <a:lnTo>
                  <a:pt x="420027" y="191185"/>
                </a:lnTo>
                <a:lnTo>
                  <a:pt x="391477" y="227825"/>
                </a:lnTo>
                <a:lnTo>
                  <a:pt x="346138" y="241058"/>
                </a:lnTo>
                <a:lnTo>
                  <a:pt x="333260" y="240233"/>
                </a:lnTo>
                <a:lnTo>
                  <a:pt x="291782" y="220776"/>
                </a:lnTo>
                <a:lnTo>
                  <a:pt x="267677" y="178981"/>
                </a:lnTo>
                <a:lnTo>
                  <a:pt x="262166" y="136893"/>
                </a:lnTo>
                <a:lnTo>
                  <a:pt x="262775" y="122656"/>
                </a:lnTo>
                <a:lnTo>
                  <a:pt x="271995" y="84670"/>
                </a:lnTo>
                <a:lnTo>
                  <a:pt x="300621" y="48729"/>
                </a:lnTo>
                <a:lnTo>
                  <a:pt x="346138" y="35763"/>
                </a:lnTo>
                <a:lnTo>
                  <a:pt x="358914" y="36576"/>
                </a:lnTo>
                <a:lnTo>
                  <a:pt x="400100" y="55816"/>
                </a:lnTo>
                <a:lnTo>
                  <a:pt x="424192" y="96558"/>
                </a:lnTo>
                <a:lnTo>
                  <a:pt x="429768" y="136893"/>
                </a:lnTo>
                <a:lnTo>
                  <a:pt x="429768" y="33896"/>
                </a:lnTo>
                <a:lnTo>
                  <a:pt x="396786" y="10287"/>
                </a:lnTo>
                <a:lnTo>
                  <a:pt x="346138" y="0"/>
                </a:lnTo>
                <a:lnTo>
                  <a:pt x="327875" y="1143"/>
                </a:lnTo>
                <a:lnTo>
                  <a:pt x="280606" y="18275"/>
                </a:lnTo>
                <a:lnTo>
                  <a:pt x="246494" y="52933"/>
                </a:lnTo>
                <a:lnTo>
                  <a:pt x="238340" y="67881"/>
                </a:lnTo>
                <a:lnTo>
                  <a:pt x="232041" y="83718"/>
                </a:lnTo>
                <a:lnTo>
                  <a:pt x="231978" y="83947"/>
                </a:lnTo>
                <a:lnTo>
                  <a:pt x="227507" y="100596"/>
                </a:lnTo>
                <a:lnTo>
                  <a:pt x="227469" y="100812"/>
                </a:lnTo>
                <a:lnTo>
                  <a:pt x="224777" y="118351"/>
                </a:lnTo>
                <a:lnTo>
                  <a:pt x="224777" y="118491"/>
                </a:lnTo>
                <a:lnTo>
                  <a:pt x="223875" y="136893"/>
                </a:lnTo>
                <a:lnTo>
                  <a:pt x="231952" y="191681"/>
                </a:lnTo>
                <a:lnTo>
                  <a:pt x="255917" y="236524"/>
                </a:lnTo>
                <a:lnTo>
                  <a:pt x="294792" y="266446"/>
                </a:lnTo>
                <a:lnTo>
                  <a:pt x="346138" y="276821"/>
                </a:lnTo>
                <a:lnTo>
                  <a:pt x="364388" y="275666"/>
                </a:lnTo>
                <a:lnTo>
                  <a:pt x="411581" y="258368"/>
                </a:lnTo>
                <a:lnTo>
                  <a:pt x="445579" y="223126"/>
                </a:lnTo>
                <a:lnTo>
                  <a:pt x="464159" y="174371"/>
                </a:lnTo>
                <a:lnTo>
                  <a:pt x="466826" y="156133"/>
                </a:lnTo>
                <a:lnTo>
                  <a:pt x="467702" y="136893"/>
                </a:lnTo>
                <a:close/>
              </a:path>
              <a:path w="1118235" h="276859">
                <a:moveTo>
                  <a:pt x="680389" y="238658"/>
                </a:moveTo>
                <a:lnTo>
                  <a:pt x="547077" y="238658"/>
                </a:lnTo>
                <a:lnTo>
                  <a:pt x="547077" y="3708"/>
                </a:lnTo>
                <a:lnTo>
                  <a:pt x="510006" y="3708"/>
                </a:lnTo>
                <a:lnTo>
                  <a:pt x="510006" y="238658"/>
                </a:lnTo>
                <a:lnTo>
                  <a:pt x="510006" y="272948"/>
                </a:lnTo>
                <a:lnTo>
                  <a:pt x="680389" y="272948"/>
                </a:lnTo>
                <a:lnTo>
                  <a:pt x="680389" y="238658"/>
                </a:lnTo>
                <a:close/>
              </a:path>
              <a:path w="1118235" h="276859">
                <a:moveTo>
                  <a:pt x="889254" y="3708"/>
                </a:moveTo>
                <a:lnTo>
                  <a:pt x="710501" y="3708"/>
                </a:lnTo>
                <a:lnTo>
                  <a:pt x="710501" y="39268"/>
                </a:lnTo>
                <a:lnTo>
                  <a:pt x="710501" y="114198"/>
                </a:lnTo>
                <a:lnTo>
                  <a:pt x="710501" y="149758"/>
                </a:lnTo>
                <a:lnTo>
                  <a:pt x="710501" y="238658"/>
                </a:lnTo>
                <a:lnTo>
                  <a:pt x="710501" y="272948"/>
                </a:lnTo>
                <a:lnTo>
                  <a:pt x="889254" y="272948"/>
                </a:lnTo>
                <a:lnTo>
                  <a:pt x="889254" y="238658"/>
                </a:lnTo>
                <a:lnTo>
                  <a:pt x="748093" y="238658"/>
                </a:lnTo>
                <a:lnTo>
                  <a:pt x="748093" y="149758"/>
                </a:lnTo>
                <a:lnTo>
                  <a:pt x="878979" y="149758"/>
                </a:lnTo>
                <a:lnTo>
                  <a:pt x="878979" y="114198"/>
                </a:lnTo>
                <a:lnTo>
                  <a:pt x="748093" y="114198"/>
                </a:lnTo>
                <a:lnTo>
                  <a:pt x="748093" y="39268"/>
                </a:lnTo>
                <a:lnTo>
                  <a:pt x="889254" y="39268"/>
                </a:lnTo>
                <a:lnTo>
                  <a:pt x="889254" y="3708"/>
                </a:lnTo>
                <a:close/>
              </a:path>
              <a:path w="1118235" h="276859">
                <a:moveTo>
                  <a:pt x="1117854" y="196062"/>
                </a:moveTo>
                <a:lnTo>
                  <a:pt x="1105725" y="155689"/>
                </a:lnTo>
                <a:lnTo>
                  <a:pt x="1071994" y="133083"/>
                </a:lnTo>
                <a:lnTo>
                  <a:pt x="1009078" y="112344"/>
                </a:lnTo>
                <a:lnTo>
                  <a:pt x="997953" y="108508"/>
                </a:lnTo>
                <a:lnTo>
                  <a:pt x="966355" y="83172"/>
                </a:lnTo>
                <a:lnTo>
                  <a:pt x="966355" y="67271"/>
                </a:lnTo>
                <a:lnTo>
                  <a:pt x="995629" y="38277"/>
                </a:lnTo>
                <a:lnTo>
                  <a:pt x="1018832" y="35242"/>
                </a:lnTo>
                <a:lnTo>
                  <a:pt x="1030605" y="36017"/>
                </a:lnTo>
                <a:lnTo>
                  <a:pt x="1066050" y="54356"/>
                </a:lnTo>
                <a:lnTo>
                  <a:pt x="1079741" y="83375"/>
                </a:lnTo>
                <a:lnTo>
                  <a:pt x="1114209" y="73710"/>
                </a:lnTo>
                <a:lnTo>
                  <a:pt x="1094625" y="31064"/>
                </a:lnTo>
                <a:lnTo>
                  <a:pt x="1061554" y="8178"/>
                </a:lnTo>
                <a:lnTo>
                  <a:pt x="1020394" y="609"/>
                </a:lnTo>
                <a:lnTo>
                  <a:pt x="1005954" y="1257"/>
                </a:lnTo>
                <a:lnTo>
                  <a:pt x="959866" y="16535"/>
                </a:lnTo>
                <a:lnTo>
                  <a:pt x="934097" y="47129"/>
                </a:lnTo>
                <a:lnTo>
                  <a:pt x="928319" y="75539"/>
                </a:lnTo>
                <a:lnTo>
                  <a:pt x="929284" y="87960"/>
                </a:lnTo>
                <a:lnTo>
                  <a:pt x="952271" y="125298"/>
                </a:lnTo>
                <a:lnTo>
                  <a:pt x="987412" y="142633"/>
                </a:lnTo>
                <a:lnTo>
                  <a:pt x="1028915" y="155854"/>
                </a:lnTo>
                <a:lnTo>
                  <a:pt x="1038580" y="159105"/>
                </a:lnTo>
                <a:lnTo>
                  <a:pt x="1078407" y="184924"/>
                </a:lnTo>
                <a:lnTo>
                  <a:pt x="1079919" y="190576"/>
                </a:lnTo>
                <a:lnTo>
                  <a:pt x="1079919" y="205549"/>
                </a:lnTo>
                <a:lnTo>
                  <a:pt x="1054074" y="235140"/>
                </a:lnTo>
                <a:lnTo>
                  <a:pt x="1023696" y="241058"/>
                </a:lnTo>
                <a:lnTo>
                  <a:pt x="1011097" y="240296"/>
                </a:lnTo>
                <a:lnTo>
                  <a:pt x="972324" y="221932"/>
                </a:lnTo>
                <a:lnTo>
                  <a:pt x="957122" y="189712"/>
                </a:lnTo>
                <a:lnTo>
                  <a:pt x="920140" y="200507"/>
                </a:lnTo>
                <a:lnTo>
                  <a:pt x="943851" y="247904"/>
                </a:lnTo>
                <a:lnTo>
                  <a:pt x="987171" y="272008"/>
                </a:lnTo>
                <a:lnTo>
                  <a:pt x="1023010" y="276555"/>
                </a:lnTo>
                <a:lnTo>
                  <a:pt x="1036599" y="275920"/>
                </a:lnTo>
                <a:lnTo>
                  <a:pt x="1082586" y="260654"/>
                </a:lnTo>
                <a:lnTo>
                  <a:pt x="1111110" y="228142"/>
                </a:lnTo>
                <a:lnTo>
                  <a:pt x="1117104" y="207340"/>
                </a:lnTo>
                <a:lnTo>
                  <a:pt x="1117854" y="196062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80988" y="579292"/>
            <a:ext cx="252095" cy="276225"/>
          </a:xfrm>
          <a:custGeom>
            <a:avLst/>
            <a:gdLst/>
            <a:ahLst/>
            <a:cxnLst/>
            <a:rect l="l" t="t" r="r" b="b"/>
            <a:pathLst>
              <a:path w="252094" h="276225">
                <a:moveTo>
                  <a:pt x="55827" y="125553"/>
                </a:moveTo>
                <a:lnTo>
                  <a:pt x="33743" y="87240"/>
                </a:lnTo>
                <a:lnTo>
                  <a:pt x="32056" y="78842"/>
                </a:lnTo>
                <a:lnTo>
                  <a:pt x="31932" y="78222"/>
                </a:lnTo>
                <a:lnTo>
                  <a:pt x="31564" y="72620"/>
                </a:lnTo>
                <a:lnTo>
                  <a:pt x="31481" y="66398"/>
                </a:lnTo>
                <a:lnTo>
                  <a:pt x="31911" y="59204"/>
                </a:lnTo>
                <a:lnTo>
                  <a:pt x="51408" y="19188"/>
                </a:lnTo>
                <a:lnTo>
                  <a:pt x="93877" y="451"/>
                </a:lnTo>
                <a:lnTo>
                  <a:pt x="95080" y="451"/>
                </a:lnTo>
                <a:lnTo>
                  <a:pt x="103644" y="0"/>
                </a:lnTo>
                <a:lnTo>
                  <a:pt x="147161" y="11302"/>
                </a:lnTo>
                <a:lnTo>
                  <a:pt x="168278" y="33155"/>
                </a:lnTo>
                <a:lnTo>
                  <a:pt x="102774" y="33155"/>
                </a:lnTo>
                <a:lnTo>
                  <a:pt x="95371" y="33737"/>
                </a:lnTo>
                <a:lnTo>
                  <a:pt x="67268" y="66398"/>
                </a:lnTo>
                <a:lnTo>
                  <a:pt x="67720" y="72620"/>
                </a:lnTo>
                <a:lnTo>
                  <a:pt x="91178" y="112761"/>
                </a:lnTo>
                <a:lnTo>
                  <a:pt x="77537" y="117046"/>
                </a:lnTo>
                <a:lnTo>
                  <a:pt x="77696" y="117262"/>
                </a:lnTo>
                <a:lnTo>
                  <a:pt x="63075" y="122223"/>
                </a:lnTo>
                <a:lnTo>
                  <a:pt x="55827" y="125553"/>
                </a:lnTo>
                <a:close/>
              </a:path>
              <a:path w="252094" h="276225">
                <a:moveTo>
                  <a:pt x="116969" y="138692"/>
                </a:moveTo>
                <a:lnTo>
                  <a:pt x="99467" y="121310"/>
                </a:lnTo>
                <a:lnTo>
                  <a:pt x="91178" y="112761"/>
                </a:lnTo>
                <a:lnTo>
                  <a:pt x="94539" y="111705"/>
                </a:lnTo>
                <a:lnTo>
                  <a:pt x="108561" y="106298"/>
                </a:lnTo>
                <a:lnTo>
                  <a:pt x="139982" y="74926"/>
                </a:lnTo>
                <a:lnTo>
                  <a:pt x="140803" y="59204"/>
                </a:lnTo>
                <a:lnTo>
                  <a:pt x="139149" y="53055"/>
                </a:lnTo>
                <a:lnTo>
                  <a:pt x="135843" y="48123"/>
                </a:lnTo>
                <a:lnTo>
                  <a:pt x="132594" y="43134"/>
                </a:lnTo>
                <a:lnTo>
                  <a:pt x="128098" y="39392"/>
                </a:lnTo>
                <a:lnTo>
                  <a:pt x="116669" y="34403"/>
                </a:lnTo>
                <a:lnTo>
                  <a:pt x="110142" y="33155"/>
                </a:lnTo>
                <a:lnTo>
                  <a:pt x="168278" y="33155"/>
                </a:lnTo>
                <a:lnTo>
                  <a:pt x="176743" y="67007"/>
                </a:lnTo>
                <a:lnTo>
                  <a:pt x="175454" y="80795"/>
                </a:lnTo>
                <a:lnTo>
                  <a:pt x="156119" y="115305"/>
                </a:lnTo>
                <a:lnTo>
                  <a:pt x="131296" y="132449"/>
                </a:lnTo>
                <a:lnTo>
                  <a:pt x="116969" y="138692"/>
                </a:lnTo>
                <a:close/>
              </a:path>
              <a:path w="252094" h="276225">
                <a:moveTo>
                  <a:pt x="93375" y="115032"/>
                </a:moveTo>
                <a:lnTo>
                  <a:pt x="84268" y="115032"/>
                </a:lnTo>
                <a:lnTo>
                  <a:pt x="88285" y="113669"/>
                </a:lnTo>
                <a:lnTo>
                  <a:pt x="91178" y="112761"/>
                </a:lnTo>
                <a:lnTo>
                  <a:pt x="93375" y="115032"/>
                </a:lnTo>
                <a:close/>
              </a:path>
              <a:path w="252094" h="276225">
                <a:moveTo>
                  <a:pt x="77696" y="117262"/>
                </a:moveTo>
                <a:lnTo>
                  <a:pt x="77537" y="117046"/>
                </a:lnTo>
                <a:lnTo>
                  <a:pt x="88285" y="113669"/>
                </a:lnTo>
                <a:lnTo>
                  <a:pt x="77696" y="117262"/>
                </a:lnTo>
                <a:close/>
              </a:path>
              <a:path w="252094" h="276225">
                <a:moveTo>
                  <a:pt x="97901" y="144893"/>
                </a:moveTo>
                <a:lnTo>
                  <a:pt x="77696" y="117262"/>
                </a:lnTo>
                <a:lnTo>
                  <a:pt x="84268" y="115032"/>
                </a:lnTo>
                <a:lnTo>
                  <a:pt x="83946" y="115032"/>
                </a:lnTo>
                <a:lnTo>
                  <a:pt x="103417" y="143144"/>
                </a:lnTo>
                <a:lnTo>
                  <a:pt x="97901" y="144893"/>
                </a:lnTo>
                <a:close/>
              </a:path>
              <a:path w="252094" h="276225">
                <a:moveTo>
                  <a:pt x="103417" y="143144"/>
                </a:moveTo>
                <a:lnTo>
                  <a:pt x="83946" y="115032"/>
                </a:lnTo>
                <a:lnTo>
                  <a:pt x="93375" y="115032"/>
                </a:lnTo>
                <a:lnTo>
                  <a:pt x="99467" y="121310"/>
                </a:lnTo>
                <a:lnTo>
                  <a:pt x="116969" y="138692"/>
                </a:lnTo>
                <a:lnTo>
                  <a:pt x="115670" y="139258"/>
                </a:lnTo>
                <a:lnTo>
                  <a:pt x="103417" y="143144"/>
                </a:lnTo>
                <a:close/>
              </a:path>
              <a:path w="252094" h="276225">
                <a:moveTo>
                  <a:pt x="80898" y="152149"/>
                </a:moveTo>
                <a:lnTo>
                  <a:pt x="70488" y="141760"/>
                </a:lnTo>
                <a:lnTo>
                  <a:pt x="61204" y="131905"/>
                </a:lnTo>
                <a:lnTo>
                  <a:pt x="55827" y="125553"/>
                </a:lnTo>
                <a:lnTo>
                  <a:pt x="63075" y="122223"/>
                </a:lnTo>
                <a:lnTo>
                  <a:pt x="77696" y="117262"/>
                </a:lnTo>
                <a:lnTo>
                  <a:pt x="97901" y="144893"/>
                </a:lnTo>
                <a:lnTo>
                  <a:pt x="104998" y="144893"/>
                </a:lnTo>
                <a:lnTo>
                  <a:pt x="86392" y="150120"/>
                </a:lnTo>
                <a:lnTo>
                  <a:pt x="80898" y="152149"/>
                </a:lnTo>
                <a:close/>
              </a:path>
              <a:path w="252094" h="276225">
                <a:moveTo>
                  <a:pt x="191196" y="212409"/>
                </a:moveTo>
                <a:lnTo>
                  <a:pt x="164669" y="186064"/>
                </a:lnTo>
                <a:lnTo>
                  <a:pt x="169428" y="174834"/>
                </a:lnTo>
                <a:lnTo>
                  <a:pt x="174024" y="159361"/>
                </a:lnTo>
                <a:lnTo>
                  <a:pt x="177391" y="142157"/>
                </a:lnTo>
                <a:lnTo>
                  <a:pt x="179528" y="123224"/>
                </a:lnTo>
                <a:lnTo>
                  <a:pt x="218079" y="123224"/>
                </a:lnTo>
                <a:lnTo>
                  <a:pt x="214365" y="147689"/>
                </a:lnTo>
                <a:lnTo>
                  <a:pt x="209138" y="169912"/>
                </a:lnTo>
                <a:lnTo>
                  <a:pt x="202399" y="189895"/>
                </a:lnTo>
                <a:lnTo>
                  <a:pt x="194148" y="207637"/>
                </a:lnTo>
                <a:lnTo>
                  <a:pt x="191196" y="212409"/>
                </a:lnTo>
                <a:close/>
              </a:path>
              <a:path w="252094" h="276225">
                <a:moveTo>
                  <a:pt x="84412" y="275950"/>
                </a:moveTo>
                <a:lnTo>
                  <a:pt x="40030" y="266464"/>
                </a:lnTo>
                <a:lnTo>
                  <a:pt x="10537" y="240227"/>
                </a:lnTo>
                <a:lnTo>
                  <a:pt x="10442" y="240096"/>
                </a:lnTo>
                <a:lnTo>
                  <a:pt x="0" y="201632"/>
                </a:lnTo>
                <a:lnTo>
                  <a:pt x="1218" y="186969"/>
                </a:lnTo>
                <a:lnTo>
                  <a:pt x="19493" y="149766"/>
                </a:lnTo>
                <a:lnTo>
                  <a:pt x="55827" y="125553"/>
                </a:lnTo>
                <a:lnTo>
                  <a:pt x="61204" y="131905"/>
                </a:lnTo>
                <a:lnTo>
                  <a:pt x="70488" y="141760"/>
                </a:lnTo>
                <a:lnTo>
                  <a:pt x="80898" y="152149"/>
                </a:lnTo>
                <a:lnTo>
                  <a:pt x="71271" y="155706"/>
                </a:lnTo>
                <a:lnTo>
                  <a:pt x="59328" y="161737"/>
                </a:lnTo>
                <a:lnTo>
                  <a:pt x="36288" y="199543"/>
                </a:lnTo>
                <a:lnTo>
                  <a:pt x="36288" y="207898"/>
                </a:lnTo>
                <a:lnTo>
                  <a:pt x="65539" y="238541"/>
                </a:lnTo>
                <a:lnTo>
                  <a:pt x="87632" y="241576"/>
                </a:lnTo>
                <a:lnTo>
                  <a:pt x="168655" y="241576"/>
                </a:lnTo>
                <a:lnTo>
                  <a:pt x="161302" y="248608"/>
                </a:lnTo>
                <a:lnTo>
                  <a:pt x="147765" y="258371"/>
                </a:lnTo>
                <a:lnTo>
                  <a:pt x="133199" y="266062"/>
                </a:lnTo>
                <a:lnTo>
                  <a:pt x="117785" y="271555"/>
                </a:lnTo>
                <a:lnTo>
                  <a:pt x="101523" y="274851"/>
                </a:lnTo>
                <a:lnTo>
                  <a:pt x="84412" y="275950"/>
                </a:lnTo>
                <a:close/>
              </a:path>
              <a:path w="252094" h="276225">
                <a:moveTo>
                  <a:pt x="144727" y="215851"/>
                </a:moveTo>
                <a:lnTo>
                  <a:pt x="80898" y="152149"/>
                </a:lnTo>
                <a:lnTo>
                  <a:pt x="86392" y="150120"/>
                </a:lnTo>
                <a:lnTo>
                  <a:pt x="104998" y="144893"/>
                </a:lnTo>
                <a:lnTo>
                  <a:pt x="104628" y="144893"/>
                </a:lnTo>
                <a:lnTo>
                  <a:pt x="103417" y="143144"/>
                </a:lnTo>
                <a:lnTo>
                  <a:pt x="115670" y="139258"/>
                </a:lnTo>
                <a:lnTo>
                  <a:pt x="116969" y="138692"/>
                </a:lnTo>
                <a:lnTo>
                  <a:pt x="164669" y="186064"/>
                </a:lnTo>
                <a:lnTo>
                  <a:pt x="163603" y="188579"/>
                </a:lnTo>
                <a:lnTo>
                  <a:pt x="156772" y="200664"/>
                </a:lnTo>
                <a:lnTo>
                  <a:pt x="149070" y="211248"/>
                </a:lnTo>
                <a:lnTo>
                  <a:pt x="144727" y="215851"/>
                </a:lnTo>
                <a:close/>
              </a:path>
              <a:path w="252094" h="276225">
                <a:moveTo>
                  <a:pt x="104628" y="144893"/>
                </a:moveTo>
                <a:lnTo>
                  <a:pt x="97901" y="144893"/>
                </a:lnTo>
                <a:lnTo>
                  <a:pt x="103417" y="143144"/>
                </a:lnTo>
                <a:lnTo>
                  <a:pt x="104628" y="144893"/>
                </a:lnTo>
                <a:close/>
              </a:path>
              <a:path w="252094" h="276225">
                <a:moveTo>
                  <a:pt x="169599" y="240673"/>
                </a:moveTo>
                <a:lnTo>
                  <a:pt x="144727" y="215851"/>
                </a:lnTo>
                <a:lnTo>
                  <a:pt x="149070" y="211248"/>
                </a:lnTo>
                <a:lnTo>
                  <a:pt x="156772" y="200664"/>
                </a:lnTo>
                <a:lnTo>
                  <a:pt x="163603" y="188579"/>
                </a:lnTo>
                <a:lnTo>
                  <a:pt x="164669" y="186064"/>
                </a:lnTo>
                <a:lnTo>
                  <a:pt x="191196" y="212409"/>
                </a:lnTo>
                <a:lnTo>
                  <a:pt x="184494" y="223241"/>
                </a:lnTo>
                <a:lnTo>
                  <a:pt x="173545" y="236898"/>
                </a:lnTo>
                <a:lnTo>
                  <a:pt x="169599" y="240673"/>
                </a:lnTo>
                <a:close/>
              </a:path>
              <a:path w="252094" h="276225">
                <a:moveTo>
                  <a:pt x="251583" y="272382"/>
                </a:moveTo>
                <a:lnTo>
                  <a:pt x="201371" y="272382"/>
                </a:lnTo>
                <a:lnTo>
                  <a:pt x="169599" y="240673"/>
                </a:lnTo>
                <a:lnTo>
                  <a:pt x="173545" y="236898"/>
                </a:lnTo>
                <a:lnTo>
                  <a:pt x="184494" y="223241"/>
                </a:lnTo>
                <a:lnTo>
                  <a:pt x="191196" y="212409"/>
                </a:lnTo>
                <a:lnTo>
                  <a:pt x="251583" y="272382"/>
                </a:lnTo>
                <a:close/>
              </a:path>
              <a:path w="252094" h="276225">
                <a:moveTo>
                  <a:pt x="168655" y="241576"/>
                </a:moveTo>
                <a:lnTo>
                  <a:pt x="87632" y="241576"/>
                </a:lnTo>
                <a:lnTo>
                  <a:pt x="99884" y="240673"/>
                </a:lnTo>
                <a:lnTo>
                  <a:pt x="99434" y="240673"/>
                </a:lnTo>
                <a:lnTo>
                  <a:pt x="140498" y="220331"/>
                </a:lnTo>
                <a:lnTo>
                  <a:pt x="144727" y="215851"/>
                </a:lnTo>
                <a:lnTo>
                  <a:pt x="169599" y="240673"/>
                </a:lnTo>
                <a:lnTo>
                  <a:pt x="168655" y="241576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37954" y="578687"/>
            <a:ext cx="1708150" cy="276860"/>
          </a:xfrm>
          <a:custGeom>
            <a:avLst/>
            <a:gdLst/>
            <a:ahLst/>
            <a:cxnLst/>
            <a:rect l="l" t="t" r="r" b="b"/>
            <a:pathLst>
              <a:path w="1708150" h="276859">
                <a:moveTo>
                  <a:pt x="199631" y="272986"/>
                </a:moveTo>
                <a:lnTo>
                  <a:pt x="186055" y="214947"/>
                </a:lnTo>
                <a:lnTo>
                  <a:pt x="184924" y="209905"/>
                </a:lnTo>
                <a:lnTo>
                  <a:pt x="182524" y="200812"/>
                </a:lnTo>
                <a:lnTo>
                  <a:pt x="168300" y="165252"/>
                </a:lnTo>
                <a:lnTo>
                  <a:pt x="168173" y="165087"/>
                </a:lnTo>
                <a:lnTo>
                  <a:pt x="164655" y="160032"/>
                </a:lnTo>
                <a:lnTo>
                  <a:pt x="138836" y="144005"/>
                </a:lnTo>
                <a:lnTo>
                  <a:pt x="142341" y="143675"/>
                </a:lnTo>
                <a:lnTo>
                  <a:pt x="177609" y="127139"/>
                </a:lnTo>
                <a:lnTo>
                  <a:pt x="178930" y="125310"/>
                </a:lnTo>
                <a:lnTo>
                  <a:pt x="184238" y="117970"/>
                </a:lnTo>
                <a:lnTo>
                  <a:pt x="188963" y="107340"/>
                </a:lnTo>
                <a:lnTo>
                  <a:pt x="191808" y="95262"/>
                </a:lnTo>
                <a:lnTo>
                  <a:pt x="192747" y="81711"/>
                </a:lnTo>
                <a:lnTo>
                  <a:pt x="191947" y="69532"/>
                </a:lnTo>
                <a:lnTo>
                  <a:pt x="172948" y="30441"/>
                </a:lnTo>
                <a:lnTo>
                  <a:pt x="154813" y="16891"/>
                </a:lnTo>
                <a:lnTo>
                  <a:pt x="154813" y="82765"/>
                </a:lnTo>
                <a:lnTo>
                  <a:pt x="153860" y="93319"/>
                </a:lnTo>
                <a:lnTo>
                  <a:pt x="121831" y="122834"/>
                </a:lnTo>
                <a:lnTo>
                  <a:pt x="98425" y="125310"/>
                </a:lnTo>
                <a:lnTo>
                  <a:pt x="37071" y="125310"/>
                </a:lnTo>
                <a:lnTo>
                  <a:pt x="37071" y="38989"/>
                </a:lnTo>
                <a:lnTo>
                  <a:pt x="96240" y="38989"/>
                </a:lnTo>
                <a:lnTo>
                  <a:pt x="139230" y="49339"/>
                </a:lnTo>
                <a:lnTo>
                  <a:pt x="154813" y="82765"/>
                </a:lnTo>
                <a:lnTo>
                  <a:pt x="154813" y="16891"/>
                </a:lnTo>
                <a:lnTo>
                  <a:pt x="111137" y="4711"/>
                </a:lnTo>
                <a:lnTo>
                  <a:pt x="98425" y="4178"/>
                </a:lnTo>
                <a:lnTo>
                  <a:pt x="0" y="4178"/>
                </a:lnTo>
                <a:lnTo>
                  <a:pt x="0" y="272986"/>
                </a:lnTo>
                <a:lnTo>
                  <a:pt x="37071" y="272986"/>
                </a:lnTo>
                <a:lnTo>
                  <a:pt x="37071" y="160032"/>
                </a:lnTo>
                <a:lnTo>
                  <a:pt x="104597" y="160032"/>
                </a:lnTo>
                <a:lnTo>
                  <a:pt x="135661" y="182308"/>
                </a:lnTo>
                <a:lnTo>
                  <a:pt x="160731" y="272986"/>
                </a:lnTo>
                <a:lnTo>
                  <a:pt x="199631" y="272986"/>
                </a:lnTo>
                <a:close/>
              </a:path>
              <a:path w="1708150" h="276859">
                <a:moveTo>
                  <a:pt x="412661" y="3708"/>
                </a:moveTo>
                <a:lnTo>
                  <a:pt x="233921" y="3708"/>
                </a:lnTo>
                <a:lnTo>
                  <a:pt x="233921" y="39268"/>
                </a:lnTo>
                <a:lnTo>
                  <a:pt x="233921" y="114198"/>
                </a:lnTo>
                <a:lnTo>
                  <a:pt x="233921" y="149758"/>
                </a:lnTo>
                <a:lnTo>
                  <a:pt x="233921" y="238658"/>
                </a:lnTo>
                <a:lnTo>
                  <a:pt x="233921" y="272948"/>
                </a:lnTo>
                <a:lnTo>
                  <a:pt x="412661" y="272948"/>
                </a:lnTo>
                <a:lnTo>
                  <a:pt x="412661" y="238658"/>
                </a:lnTo>
                <a:lnTo>
                  <a:pt x="271513" y="238658"/>
                </a:lnTo>
                <a:lnTo>
                  <a:pt x="271513" y="149758"/>
                </a:lnTo>
                <a:lnTo>
                  <a:pt x="402386" y="149758"/>
                </a:lnTo>
                <a:lnTo>
                  <a:pt x="402386" y="114198"/>
                </a:lnTo>
                <a:lnTo>
                  <a:pt x="271513" y="114198"/>
                </a:lnTo>
                <a:lnTo>
                  <a:pt x="271513" y="39268"/>
                </a:lnTo>
                <a:lnTo>
                  <a:pt x="412661" y="39268"/>
                </a:lnTo>
                <a:lnTo>
                  <a:pt x="412661" y="3708"/>
                </a:lnTo>
                <a:close/>
              </a:path>
              <a:path w="1708150" h="276859">
                <a:moveTo>
                  <a:pt x="641273" y="196062"/>
                </a:moveTo>
                <a:lnTo>
                  <a:pt x="629132" y="155689"/>
                </a:lnTo>
                <a:lnTo>
                  <a:pt x="595414" y="133083"/>
                </a:lnTo>
                <a:lnTo>
                  <a:pt x="532485" y="112344"/>
                </a:lnTo>
                <a:lnTo>
                  <a:pt x="521360" y="108508"/>
                </a:lnTo>
                <a:lnTo>
                  <a:pt x="489762" y="83172"/>
                </a:lnTo>
                <a:lnTo>
                  <a:pt x="489762" y="67271"/>
                </a:lnTo>
                <a:lnTo>
                  <a:pt x="519036" y="38277"/>
                </a:lnTo>
                <a:lnTo>
                  <a:pt x="542239" y="35242"/>
                </a:lnTo>
                <a:lnTo>
                  <a:pt x="554012" y="36017"/>
                </a:lnTo>
                <a:lnTo>
                  <a:pt x="589470" y="54356"/>
                </a:lnTo>
                <a:lnTo>
                  <a:pt x="603148" y="83375"/>
                </a:lnTo>
                <a:lnTo>
                  <a:pt x="637616" y="73710"/>
                </a:lnTo>
                <a:lnTo>
                  <a:pt x="618032" y="31064"/>
                </a:lnTo>
                <a:lnTo>
                  <a:pt x="584962" y="8178"/>
                </a:lnTo>
                <a:lnTo>
                  <a:pt x="543801" y="609"/>
                </a:lnTo>
                <a:lnTo>
                  <a:pt x="529374" y="1257"/>
                </a:lnTo>
                <a:lnTo>
                  <a:pt x="483285" y="16535"/>
                </a:lnTo>
                <a:lnTo>
                  <a:pt x="457504" y="47129"/>
                </a:lnTo>
                <a:lnTo>
                  <a:pt x="451739" y="75539"/>
                </a:lnTo>
                <a:lnTo>
                  <a:pt x="452691" y="87960"/>
                </a:lnTo>
                <a:lnTo>
                  <a:pt x="475678" y="125298"/>
                </a:lnTo>
                <a:lnTo>
                  <a:pt x="510819" y="142633"/>
                </a:lnTo>
                <a:lnTo>
                  <a:pt x="552335" y="155854"/>
                </a:lnTo>
                <a:lnTo>
                  <a:pt x="561987" y="159105"/>
                </a:lnTo>
                <a:lnTo>
                  <a:pt x="601814" y="184924"/>
                </a:lnTo>
                <a:lnTo>
                  <a:pt x="603326" y="190576"/>
                </a:lnTo>
                <a:lnTo>
                  <a:pt x="603326" y="205549"/>
                </a:lnTo>
                <a:lnTo>
                  <a:pt x="577481" y="235140"/>
                </a:lnTo>
                <a:lnTo>
                  <a:pt x="547116" y="241058"/>
                </a:lnTo>
                <a:lnTo>
                  <a:pt x="534504" y="240296"/>
                </a:lnTo>
                <a:lnTo>
                  <a:pt x="495731" y="221932"/>
                </a:lnTo>
                <a:lnTo>
                  <a:pt x="480542" y="189712"/>
                </a:lnTo>
                <a:lnTo>
                  <a:pt x="443560" y="200507"/>
                </a:lnTo>
                <a:lnTo>
                  <a:pt x="467258" y="247904"/>
                </a:lnTo>
                <a:lnTo>
                  <a:pt x="510578" y="272008"/>
                </a:lnTo>
                <a:lnTo>
                  <a:pt x="546417" y="276555"/>
                </a:lnTo>
                <a:lnTo>
                  <a:pt x="560019" y="275920"/>
                </a:lnTo>
                <a:lnTo>
                  <a:pt x="605993" y="260654"/>
                </a:lnTo>
                <a:lnTo>
                  <a:pt x="634517" y="228142"/>
                </a:lnTo>
                <a:lnTo>
                  <a:pt x="640524" y="207340"/>
                </a:lnTo>
                <a:lnTo>
                  <a:pt x="641273" y="196062"/>
                </a:lnTo>
                <a:close/>
              </a:path>
              <a:path w="1708150" h="276859">
                <a:moveTo>
                  <a:pt x="874496" y="88506"/>
                </a:moveTo>
                <a:lnTo>
                  <a:pt x="861441" y="41516"/>
                </a:lnTo>
                <a:lnTo>
                  <a:pt x="859447" y="38989"/>
                </a:lnTo>
                <a:lnTo>
                  <a:pt x="854417" y="32600"/>
                </a:lnTo>
                <a:lnTo>
                  <a:pt x="846302" y="24930"/>
                </a:lnTo>
                <a:lnTo>
                  <a:pt x="837095" y="18503"/>
                </a:lnTo>
                <a:lnTo>
                  <a:pt x="836206" y="18059"/>
                </a:lnTo>
                <a:lnTo>
                  <a:pt x="836206" y="89547"/>
                </a:lnTo>
                <a:lnTo>
                  <a:pt x="835215" y="101600"/>
                </a:lnTo>
                <a:lnTo>
                  <a:pt x="811352" y="133197"/>
                </a:lnTo>
                <a:lnTo>
                  <a:pt x="771283" y="140195"/>
                </a:lnTo>
                <a:lnTo>
                  <a:pt x="716546" y="140195"/>
                </a:lnTo>
                <a:lnTo>
                  <a:pt x="716546" y="38989"/>
                </a:lnTo>
                <a:lnTo>
                  <a:pt x="776249" y="38989"/>
                </a:lnTo>
                <a:lnTo>
                  <a:pt x="820801" y="51777"/>
                </a:lnTo>
                <a:lnTo>
                  <a:pt x="836206" y="89547"/>
                </a:lnTo>
                <a:lnTo>
                  <a:pt x="836206" y="18059"/>
                </a:lnTo>
                <a:lnTo>
                  <a:pt x="792276" y="4749"/>
                </a:lnTo>
                <a:lnTo>
                  <a:pt x="779805" y="4178"/>
                </a:lnTo>
                <a:lnTo>
                  <a:pt x="679475" y="4178"/>
                </a:lnTo>
                <a:lnTo>
                  <a:pt x="679475" y="272986"/>
                </a:lnTo>
                <a:lnTo>
                  <a:pt x="716546" y="272986"/>
                </a:lnTo>
                <a:lnTo>
                  <a:pt x="716546" y="175793"/>
                </a:lnTo>
                <a:lnTo>
                  <a:pt x="775195" y="175437"/>
                </a:lnTo>
                <a:lnTo>
                  <a:pt x="813841" y="170027"/>
                </a:lnTo>
                <a:lnTo>
                  <a:pt x="853833" y="146456"/>
                </a:lnTo>
                <a:lnTo>
                  <a:pt x="873658" y="102489"/>
                </a:lnTo>
                <a:lnTo>
                  <a:pt x="873709" y="101600"/>
                </a:lnTo>
                <a:lnTo>
                  <a:pt x="874496" y="88506"/>
                </a:lnTo>
                <a:close/>
              </a:path>
              <a:path w="1708150" h="276859">
                <a:moveTo>
                  <a:pt x="1149565" y="136893"/>
                </a:moveTo>
                <a:lnTo>
                  <a:pt x="1141450" y="83947"/>
                </a:lnTo>
                <a:lnTo>
                  <a:pt x="1117396" y="39776"/>
                </a:lnTo>
                <a:lnTo>
                  <a:pt x="1111631" y="33896"/>
                </a:lnTo>
                <a:lnTo>
                  <a:pt x="1111631" y="136893"/>
                </a:lnTo>
                <a:lnTo>
                  <a:pt x="1111021" y="151841"/>
                </a:lnTo>
                <a:lnTo>
                  <a:pt x="1101890" y="191185"/>
                </a:lnTo>
                <a:lnTo>
                  <a:pt x="1073340" y="227825"/>
                </a:lnTo>
                <a:lnTo>
                  <a:pt x="1028001" y="241058"/>
                </a:lnTo>
                <a:lnTo>
                  <a:pt x="1015123" y="240233"/>
                </a:lnTo>
                <a:lnTo>
                  <a:pt x="973645" y="220776"/>
                </a:lnTo>
                <a:lnTo>
                  <a:pt x="949540" y="178981"/>
                </a:lnTo>
                <a:lnTo>
                  <a:pt x="944029" y="136893"/>
                </a:lnTo>
                <a:lnTo>
                  <a:pt x="944638" y="122656"/>
                </a:lnTo>
                <a:lnTo>
                  <a:pt x="953858" y="84670"/>
                </a:lnTo>
                <a:lnTo>
                  <a:pt x="982484" y="48729"/>
                </a:lnTo>
                <a:lnTo>
                  <a:pt x="1028001" y="35763"/>
                </a:lnTo>
                <a:lnTo>
                  <a:pt x="1040777" y="36576"/>
                </a:lnTo>
                <a:lnTo>
                  <a:pt x="1081963" y="55816"/>
                </a:lnTo>
                <a:lnTo>
                  <a:pt x="1106055" y="96558"/>
                </a:lnTo>
                <a:lnTo>
                  <a:pt x="1111631" y="136893"/>
                </a:lnTo>
                <a:lnTo>
                  <a:pt x="1111631" y="33896"/>
                </a:lnTo>
                <a:lnTo>
                  <a:pt x="1078649" y="10287"/>
                </a:lnTo>
                <a:lnTo>
                  <a:pt x="1028001" y="0"/>
                </a:lnTo>
                <a:lnTo>
                  <a:pt x="1009738" y="1143"/>
                </a:lnTo>
                <a:lnTo>
                  <a:pt x="962469" y="18275"/>
                </a:lnTo>
                <a:lnTo>
                  <a:pt x="928357" y="52933"/>
                </a:lnTo>
                <a:lnTo>
                  <a:pt x="920203" y="67881"/>
                </a:lnTo>
                <a:lnTo>
                  <a:pt x="913904" y="83718"/>
                </a:lnTo>
                <a:lnTo>
                  <a:pt x="913841" y="83947"/>
                </a:lnTo>
                <a:lnTo>
                  <a:pt x="909370" y="100596"/>
                </a:lnTo>
                <a:lnTo>
                  <a:pt x="909332" y="100812"/>
                </a:lnTo>
                <a:lnTo>
                  <a:pt x="906640" y="118351"/>
                </a:lnTo>
                <a:lnTo>
                  <a:pt x="906640" y="118491"/>
                </a:lnTo>
                <a:lnTo>
                  <a:pt x="905738" y="136893"/>
                </a:lnTo>
                <a:lnTo>
                  <a:pt x="913815" y="191681"/>
                </a:lnTo>
                <a:lnTo>
                  <a:pt x="937780" y="236524"/>
                </a:lnTo>
                <a:lnTo>
                  <a:pt x="976655" y="266446"/>
                </a:lnTo>
                <a:lnTo>
                  <a:pt x="1028001" y="276821"/>
                </a:lnTo>
                <a:lnTo>
                  <a:pt x="1046251" y="275666"/>
                </a:lnTo>
                <a:lnTo>
                  <a:pt x="1093444" y="258368"/>
                </a:lnTo>
                <a:lnTo>
                  <a:pt x="1127442" y="223126"/>
                </a:lnTo>
                <a:lnTo>
                  <a:pt x="1146022" y="174371"/>
                </a:lnTo>
                <a:lnTo>
                  <a:pt x="1148689" y="156133"/>
                </a:lnTo>
                <a:lnTo>
                  <a:pt x="1149565" y="136893"/>
                </a:lnTo>
                <a:close/>
              </a:path>
              <a:path w="1708150" h="276859">
                <a:moveTo>
                  <a:pt x="1404721" y="4178"/>
                </a:moveTo>
                <a:lnTo>
                  <a:pt x="1367129" y="4178"/>
                </a:lnTo>
                <a:lnTo>
                  <a:pt x="1371625" y="238239"/>
                </a:lnTo>
                <a:lnTo>
                  <a:pt x="1261122" y="35598"/>
                </a:lnTo>
                <a:lnTo>
                  <a:pt x="1243990" y="4178"/>
                </a:lnTo>
                <a:lnTo>
                  <a:pt x="1191869" y="4178"/>
                </a:lnTo>
                <a:lnTo>
                  <a:pt x="1191869" y="272986"/>
                </a:lnTo>
                <a:lnTo>
                  <a:pt x="1228940" y="272986"/>
                </a:lnTo>
                <a:lnTo>
                  <a:pt x="1224622" y="37871"/>
                </a:lnTo>
                <a:lnTo>
                  <a:pt x="1352854" y="272986"/>
                </a:lnTo>
                <a:lnTo>
                  <a:pt x="1404721" y="272986"/>
                </a:lnTo>
                <a:lnTo>
                  <a:pt x="1404721" y="240093"/>
                </a:lnTo>
                <a:lnTo>
                  <a:pt x="1404721" y="4178"/>
                </a:lnTo>
                <a:close/>
              </a:path>
              <a:path w="1708150" h="276859">
                <a:moveTo>
                  <a:pt x="1632635" y="196062"/>
                </a:moveTo>
                <a:lnTo>
                  <a:pt x="1620507" y="155689"/>
                </a:lnTo>
                <a:lnTo>
                  <a:pt x="1586776" y="133083"/>
                </a:lnTo>
                <a:lnTo>
                  <a:pt x="1523860" y="112344"/>
                </a:lnTo>
                <a:lnTo>
                  <a:pt x="1512735" y="108508"/>
                </a:lnTo>
                <a:lnTo>
                  <a:pt x="1481124" y="83172"/>
                </a:lnTo>
                <a:lnTo>
                  <a:pt x="1481124" y="67271"/>
                </a:lnTo>
                <a:lnTo>
                  <a:pt x="1510398" y="38277"/>
                </a:lnTo>
                <a:lnTo>
                  <a:pt x="1533601" y="35242"/>
                </a:lnTo>
                <a:lnTo>
                  <a:pt x="1545386" y="36017"/>
                </a:lnTo>
                <a:lnTo>
                  <a:pt x="1580832" y="54356"/>
                </a:lnTo>
                <a:lnTo>
                  <a:pt x="1594523" y="83375"/>
                </a:lnTo>
                <a:lnTo>
                  <a:pt x="1628978" y="73710"/>
                </a:lnTo>
                <a:lnTo>
                  <a:pt x="1609407" y="31064"/>
                </a:lnTo>
                <a:lnTo>
                  <a:pt x="1576336" y="8178"/>
                </a:lnTo>
                <a:lnTo>
                  <a:pt x="1535176" y="609"/>
                </a:lnTo>
                <a:lnTo>
                  <a:pt x="1520736" y="1257"/>
                </a:lnTo>
                <a:lnTo>
                  <a:pt x="1474647" y="16535"/>
                </a:lnTo>
                <a:lnTo>
                  <a:pt x="1448879" y="47129"/>
                </a:lnTo>
                <a:lnTo>
                  <a:pt x="1443101" y="75539"/>
                </a:lnTo>
                <a:lnTo>
                  <a:pt x="1444066" y="87960"/>
                </a:lnTo>
                <a:lnTo>
                  <a:pt x="1467040" y="125298"/>
                </a:lnTo>
                <a:lnTo>
                  <a:pt x="1502194" y="142633"/>
                </a:lnTo>
                <a:lnTo>
                  <a:pt x="1543697" y="155854"/>
                </a:lnTo>
                <a:lnTo>
                  <a:pt x="1553349" y="159105"/>
                </a:lnTo>
                <a:lnTo>
                  <a:pt x="1593189" y="184924"/>
                </a:lnTo>
                <a:lnTo>
                  <a:pt x="1594700" y="190576"/>
                </a:lnTo>
                <a:lnTo>
                  <a:pt x="1594700" y="205549"/>
                </a:lnTo>
                <a:lnTo>
                  <a:pt x="1568856" y="235140"/>
                </a:lnTo>
                <a:lnTo>
                  <a:pt x="1538478" y="241058"/>
                </a:lnTo>
                <a:lnTo>
                  <a:pt x="1525866" y="240296"/>
                </a:lnTo>
                <a:lnTo>
                  <a:pt x="1487093" y="221932"/>
                </a:lnTo>
                <a:lnTo>
                  <a:pt x="1471904" y="189712"/>
                </a:lnTo>
                <a:lnTo>
                  <a:pt x="1434922" y="200507"/>
                </a:lnTo>
                <a:lnTo>
                  <a:pt x="1458633" y="247904"/>
                </a:lnTo>
                <a:lnTo>
                  <a:pt x="1501952" y="272008"/>
                </a:lnTo>
                <a:lnTo>
                  <a:pt x="1537779" y="276555"/>
                </a:lnTo>
                <a:lnTo>
                  <a:pt x="1551381" y="275920"/>
                </a:lnTo>
                <a:lnTo>
                  <a:pt x="1597355" y="260654"/>
                </a:lnTo>
                <a:lnTo>
                  <a:pt x="1625879" y="228142"/>
                </a:lnTo>
                <a:lnTo>
                  <a:pt x="1631886" y="207340"/>
                </a:lnTo>
                <a:lnTo>
                  <a:pt x="1632635" y="196062"/>
                </a:lnTo>
                <a:close/>
              </a:path>
              <a:path w="1708150" h="276859">
                <a:moveTo>
                  <a:pt x="1707908" y="4178"/>
                </a:moveTo>
                <a:lnTo>
                  <a:pt x="1670837" y="4178"/>
                </a:lnTo>
                <a:lnTo>
                  <a:pt x="1670837" y="272986"/>
                </a:lnTo>
                <a:lnTo>
                  <a:pt x="1707908" y="272986"/>
                </a:lnTo>
                <a:lnTo>
                  <a:pt x="1707908" y="4178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97907" y="582866"/>
            <a:ext cx="271145" cy="269240"/>
          </a:xfrm>
          <a:custGeom>
            <a:avLst/>
            <a:gdLst/>
            <a:ahLst/>
            <a:cxnLst/>
            <a:rect l="l" t="t" r="r" b="b"/>
            <a:pathLst>
              <a:path w="271145" h="269240">
                <a:moveTo>
                  <a:pt x="193014" y="189623"/>
                </a:moveTo>
                <a:lnTo>
                  <a:pt x="178003" y="146545"/>
                </a:lnTo>
                <a:lnTo>
                  <a:pt x="154724" y="130822"/>
                </a:lnTo>
                <a:lnTo>
                  <a:pt x="154724" y="190411"/>
                </a:lnTo>
                <a:lnTo>
                  <a:pt x="153771" y="201028"/>
                </a:lnTo>
                <a:lnTo>
                  <a:pt x="121564" y="231419"/>
                </a:lnTo>
                <a:lnTo>
                  <a:pt x="98069" y="234010"/>
                </a:lnTo>
                <a:lnTo>
                  <a:pt x="37071" y="234010"/>
                </a:lnTo>
                <a:lnTo>
                  <a:pt x="37071" y="146545"/>
                </a:lnTo>
                <a:lnTo>
                  <a:pt x="94856" y="146545"/>
                </a:lnTo>
                <a:lnTo>
                  <a:pt x="139153" y="157073"/>
                </a:lnTo>
                <a:lnTo>
                  <a:pt x="154724" y="190411"/>
                </a:lnTo>
                <a:lnTo>
                  <a:pt x="154724" y="130822"/>
                </a:lnTo>
                <a:lnTo>
                  <a:pt x="144868" y="128231"/>
                </a:lnTo>
                <a:lnTo>
                  <a:pt x="135382" y="127622"/>
                </a:lnTo>
                <a:lnTo>
                  <a:pt x="137541" y="127317"/>
                </a:lnTo>
                <a:lnTo>
                  <a:pt x="143052" y="126530"/>
                </a:lnTo>
                <a:lnTo>
                  <a:pt x="153708" y="122961"/>
                </a:lnTo>
                <a:lnTo>
                  <a:pt x="162763" y="117563"/>
                </a:lnTo>
                <a:lnTo>
                  <a:pt x="168503" y="112001"/>
                </a:lnTo>
                <a:lnTo>
                  <a:pt x="170218" y="110350"/>
                </a:lnTo>
                <a:lnTo>
                  <a:pt x="176085" y="101688"/>
                </a:lnTo>
                <a:lnTo>
                  <a:pt x="180263" y="92087"/>
                </a:lnTo>
                <a:lnTo>
                  <a:pt x="182778" y="81546"/>
                </a:lnTo>
                <a:lnTo>
                  <a:pt x="182803" y="81191"/>
                </a:lnTo>
                <a:lnTo>
                  <a:pt x="183616" y="70053"/>
                </a:lnTo>
                <a:lnTo>
                  <a:pt x="182892" y="59461"/>
                </a:lnTo>
                <a:lnTo>
                  <a:pt x="180721" y="49618"/>
                </a:lnTo>
                <a:lnTo>
                  <a:pt x="177114" y="40538"/>
                </a:lnTo>
                <a:lnTo>
                  <a:pt x="173418" y="34455"/>
                </a:lnTo>
                <a:lnTo>
                  <a:pt x="172046" y="32194"/>
                </a:lnTo>
                <a:lnTo>
                  <a:pt x="165735" y="24688"/>
                </a:lnTo>
                <a:lnTo>
                  <a:pt x="158267" y="18161"/>
                </a:lnTo>
                <a:lnTo>
                  <a:pt x="149669" y="12636"/>
                </a:lnTo>
                <a:lnTo>
                  <a:pt x="144373" y="10172"/>
                </a:lnTo>
                <a:lnTo>
                  <a:pt x="144373" y="72059"/>
                </a:lnTo>
                <a:lnTo>
                  <a:pt x="143560" y="81191"/>
                </a:lnTo>
                <a:lnTo>
                  <a:pt x="115671" y="109435"/>
                </a:lnTo>
                <a:lnTo>
                  <a:pt x="93814" y="112001"/>
                </a:lnTo>
                <a:lnTo>
                  <a:pt x="37071" y="112001"/>
                </a:lnTo>
                <a:lnTo>
                  <a:pt x="37071" y="34455"/>
                </a:lnTo>
                <a:lnTo>
                  <a:pt x="85712" y="34455"/>
                </a:lnTo>
                <a:lnTo>
                  <a:pt x="129667" y="43599"/>
                </a:lnTo>
                <a:lnTo>
                  <a:pt x="144373" y="72059"/>
                </a:lnTo>
                <a:lnTo>
                  <a:pt x="144373" y="10172"/>
                </a:lnTo>
                <a:lnTo>
                  <a:pt x="105498" y="508"/>
                </a:lnTo>
                <a:lnTo>
                  <a:pt x="92417" y="0"/>
                </a:lnTo>
                <a:lnTo>
                  <a:pt x="0" y="0"/>
                </a:lnTo>
                <a:lnTo>
                  <a:pt x="0" y="268808"/>
                </a:lnTo>
                <a:lnTo>
                  <a:pt x="102336" y="268808"/>
                </a:lnTo>
                <a:lnTo>
                  <a:pt x="152857" y="258000"/>
                </a:lnTo>
                <a:lnTo>
                  <a:pt x="186448" y="224980"/>
                </a:lnTo>
                <a:lnTo>
                  <a:pt x="191376" y="208648"/>
                </a:lnTo>
                <a:lnTo>
                  <a:pt x="193014" y="189623"/>
                </a:lnTo>
                <a:close/>
              </a:path>
              <a:path w="271145" h="269240">
                <a:moveTo>
                  <a:pt x="270992" y="0"/>
                </a:moveTo>
                <a:lnTo>
                  <a:pt x="233921" y="0"/>
                </a:lnTo>
                <a:lnTo>
                  <a:pt x="233921" y="268808"/>
                </a:lnTo>
                <a:lnTo>
                  <a:pt x="270992" y="268808"/>
                </a:lnTo>
                <a:lnTo>
                  <a:pt x="270992" y="0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20932" y="582396"/>
            <a:ext cx="549910" cy="269875"/>
          </a:xfrm>
          <a:custGeom>
            <a:avLst/>
            <a:gdLst/>
            <a:ahLst/>
            <a:cxnLst/>
            <a:rect l="l" t="t" r="r" b="b"/>
            <a:pathLst>
              <a:path w="549910" h="269875">
                <a:moveTo>
                  <a:pt x="170395" y="234950"/>
                </a:moveTo>
                <a:lnTo>
                  <a:pt x="37071" y="234950"/>
                </a:lnTo>
                <a:lnTo>
                  <a:pt x="37071" y="0"/>
                </a:lnTo>
                <a:lnTo>
                  <a:pt x="0" y="0"/>
                </a:lnTo>
                <a:lnTo>
                  <a:pt x="0" y="234950"/>
                </a:lnTo>
                <a:lnTo>
                  <a:pt x="0" y="269240"/>
                </a:lnTo>
                <a:lnTo>
                  <a:pt x="170395" y="269240"/>
                </a:lnTo>
                <a:lnTo>
                  <a:pt x="170395" y="234950"/>
                </a:lnTo>
                <a:close/>
              </a:path>
              <a:path w="549910" h="269875">
                <a:moveTo>
                  <a:pt x="237578" y="469"/>
                </a:moveTo>
                <a:lnTo>
                  <a:pt x="200507" y="469"/>
                </a:lnTo>
                <a:lnTo>
                  <a:pt x="200507" y="269278"/>
                </a:lnTo>
                <a:lnTo>
                  <a:pt x="237578" y="269278"/>
                </a:lnTo>
                <a:lnTo>
                  <a:pt x="237578" y="469"/>
                </a:lnTo>
                <a:close/>
              </a:path>
              <a:path w="549910" h="269875">
                <a:moveTo>
                  <a:pt x="484289" y="0"/>
                </a:moveTo>
                <a:lnTo>
                  <a:pt x="272821" y="0"/>
                </a:lnTo>
                <a:lnTo>
                  <a:pt x="272821" y="35560"/>
                </a:lnTo>
                <a:lnTo>
                  <a:pt x="360019" y="35560"/>
                </a:lnTo>
                <a:lnTo>
                  <a:pt x="360019" y="269240"/>
                </a:lnTo>
                <a:lnTo>
                  <a:pt x="397357" y="269240"/>
                </a:lnTo>
                <a:lnTo>
                  <a:pt x="397357" y="35560"/>
                </a:lnTo>
                <a:lnTo>
                  <a:pt x="484289" y="35560"/>
                </a:lnTo>
                <a:lnTo>
                  <a:pt x="484289" y="0"/>
                </a:lnTo>
                <a:close/>
              </a:path>
              <a:path w="549910" h="269875">
                <a:moveTo>
                  <a:pt x="549465" y="469"/>
                </a:moveTo>
                <a:lnTo>
                  <a:pt x="512394" y="469"/>
                </a:lnTo>
                <a:lnTo>
                  <a:pt x="512394" y="269278"/>
                </a:lnTo>
                <a:lnTo>
                  <a:pt x="549465" y="269278"/>
                </a:lnTo>
                <a:lnTo>
                  <a:pt x="549465" y="469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22442" y="579297"/>
            <a:ext cx="407670" cy="276225"/>
          </a:xfrm>
          <a:custGeom>
            <a:avLst/>
            <a:gdLst/>
            <a:ahLst/>
            <a:cxnLst/>
            <a:rect l="l" t="t" r="r" b="b"/>
            <a:pathLst>
              <a:path w="407670" h="276225">
                <a:moveTo>
                  <a:pt x="178739" y="3098"/>
                </a:moveTo>
                <a:lnTo>
                  <a:pt x="0" y="3098"/>
                </a:lnTo>
                <a:lnTo>
                  <a:pt x="0" y="38658"/>
                </a:lnTo>
                <a:lnTo>
                  <a:pt x="0" y="113588"/>
                </a:lnTo>
                <a:lnTo>
                  <a:pt x="0" y="149148"/>
                </a:lnTo>
                <a:lnTo>
                  <a:pt x="0" y="238048"/>
                </a:lnTo>
                <a:lnTo>
                  <a:pt x="0" y="272338"/>
                </a:lnTo>
                <a:lnTo>
                  <a:pt x="178739" y="272338"/>
                </a:lnTo>
                <a:lnTo>
                  <a:pt x="178739" y="238048"/>
                </a:lnTo>
                <a:lnTo>
                  <a:pt x="37592" y="238048"/>
                </a:lnTo>
                <a:lnTo>
                  <a:pt x="37592" y="149148"/>
                </a:lnTo>
                <a:lnTo>
                  <a:pt x="168478" y="149148"/>
                </a:lnTo>
                <a:lnTo>
                  <a:pt x="168478" y="113588"/>
                </a:lnTo>
                <a:lnTo>
                  <a:pt x="37592" y="113588"/>
                </a:lnTo>
                <a:lnTo>
                  <a:pt x="37592" y="38658"/>
                </a:lnTo>
                <a:lnTo>
                  <a:pt x="178739" y="38658"/>
                </a:lnTo>
                <a:lnTo>
                  <a:pt x="178739" y="3098"/>
                </a:lnTo>
                <a:close/>
              </a:path>
              <a:path w="407670" h="276225">
                <a:moveTo>
                  <a:pt x="407352" y="195453"/>
                </a:moveTo>
                <a:lnTo>
                  <a:pt x="395224" y="155079"/>
                </a:lnTo>
                <a:lnTo>
                  <a:pt x="361492" y="132473"/>
                </a:lnTo>
                <a:lnTo>
                  <a:pt x="298577" y="111734"/>
                </a:lnTo>
                <a:lnTo>
                  <a:pt x="287451" y="107899"/>
                </a:lnTo>
                <a:lnTo>
                  <a:pt x="255841" y="82562"/>
                </a:lnTo>
                <a:lnTo>
                  <a:pt x="255841" y="66662"/>
                </a:lnTo>
                <a:lnTo>
                  <a:pt x="285115" y="37668"/>
                </a:lnTo>
                <a:lnTo>
                  <a:pt x="308317" y="34632"/>
                </a:lnTo>
                <a:lnTo>
                  <a:pt x="320090" y="35407"/>
                </a:lnTo>
                <a:lnTo>
                  <a:pt x="355549" y="53746"/>
                </a:lnTo>
                <a:lnTo>
                  <a:pt x="369239" y="82765"/>
                </a:lnTo>
                <a:lnTo>
                  <a:pt x="403694" y="73101"/>
                </a:lnTo>
                <a:lnTo>
                  <a:pt x="384124" y="30454"/>
                </a:lnTo>
                <a:lnTo>
                  <a:pt x="351053" y="7569"/>
                </a:lnTo>
                <a:lnTo>
                  <a:pt x="309892" y="0"/>
                </a:lnTo>
                <a:lnTo>
                  <a:pt x="295452" y="647"/>
                </a:lnTo>
                <a:lnTo>
                  <a:pt x="249364" y="15925"/>
                </a:lnTo>
                <a:lnTo>
                  <a:pt x="223596" y="46520"/>
                </a:lnTo>
                <a:lnTo>
                  <a:pt x="217817" y="74930"/>
                </a:lnTo>
                <a:lnTo>
                  <a:pt x="218782" y="87350"/>
                </a:lnTo>
                <a:lnTo>
                  <a:pt x="241757" y="124688"/>
                </a:lnTo>
                <a:lnTo>
                  <a:pt x="276910" y="142024"/>
                </a:lnTo>
                <a:lnTo>
                  <a:pt x="318414" y="155244"/>
                </a:lnTo>
                <a:lnTo>
                  <a:pt x="328066" y="158496"/>
                </a:lnTo>
                <a:lnTo>
                  <a:pt x="367906" y="184315"/>
                </a:lnTo>
                <a:lnTo>
                  <a:pt x="369417" y="189966"/>
                </a:lnTo>
                <a:lnTo>
                  <a:pt x="369417" y="204939"/>
                </a:lnTo>
                <a:lnTo>
                  <a:pt x="343560" y="234530"/>
                </a:lnTo>
                <a:lnTo>
                  <a:pt x="313194" y="240449"/>
                </a:lnTo>
                <a:lnTo>
                  <a:pt x="300583" y="239687"/>
                </a:lnTo>
                <a:lnTo>
                  <a:pt x="261810" y="221322"/>
                </a:lnTo>
                <a:lnTo>
                  <a:pt x="246621" y="189103"/>
                </a:lnTo>
                <a:lnTo>
                  <a:pt x="209638" y="199898"/>
                </a:lnTo>
                <a:lnTo>
                  <a:pt x="233349" y="247294"/>
                </a:lnTo>
                <a:lnTo>
                  <a:pt x="276669" y="271399"/>
                </a:lnTo>
                <a:lnTo>
                  <a:pt x="312496" y="275945"/>
                </a:lnTo>
                <a:lnTo>
                  <a:pt x="326097" y="275310"/>
                </a:lnTo>
                <a:lnTo>
                  <a:pt x="372071" y="260045"/>
                </a:lnTo>
                <a:lnTo>
                  <a:pt x="400596" y="227533"/>
                </a:lnTo>
                <a:lnTo>
                  <a:pt x="406603" y="206730"/>
                </a:lnTo>
                <a:lnTo>
                  <a:pt x="407352" y="195453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588435"/>
              </p:ext>
            </p:extLst>
          </p:nvPr>
        </p:nvGraphicFramePr>
        <p:xfrm>
          <a:off x="689729" y="1519840"/>
          <a:ext cx="9365615" cy="2603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5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0A3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0A3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3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2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70" dirty="0">
                          <a:latin typeface="Arial"/>
                          <a:cs typeface="Arial"/>
                        </a:rPr>
                        <a:t>Uda</a:t>
                      </a:r>
                      <a:r>
                        <a:rPr sz="1350" spc="-7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35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120" dirty="0">
                          <a:latin typeface="Arial"/>
                          <a:cs typeface="Arial"/>
                        </a:rPr>
                        <a:t>Sa</a:t>
                      </a:r>
                      <a:r>
                        <a:rPr sz="1350" spc="-1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35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20" dirty="0">
                          <a:latin typeface="Arial"/>
                          <a:cs typeface="Arial"/>
                        </a:rPr>
                        <a:t>Redd</a:t>
                      </a:r>
                      <a:r>
                        <a:rPr sz="1350" spc="-20" dirty="0">
                          <a:latin typeface="Arial"/>
                          <a:cs typeface="Arial"/>
                        </a:rPr>
                        <a:t>y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132715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spc="-5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sz="1350" spc="-5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300" spc="-5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5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1300" spc="-5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350" spc="-5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350" spc="-3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4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350" spc="-4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oll</a:t>
                      </a:r>
                      <a:r>
                        <a:rPr sz="1300" spc="-4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ec</a:t>
                      </a:r>
                      <a:r>
                        <a:rPr sz="1350" spc="-4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tion</a:t>
                      </a:r>
                      <a:r>
                        <a:rPr sz="1350" spc="-5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45" dirty="0">
                          <a:solidFill>
                            <a:srgbClr val="1B2A24"/>
                          </a:solidFill>
                          <a:latin typeface="HGPGothicE"/>
                          <a:cs typeface="HGPGothicE"/>
                        </a:rPr>
                        <a:t>&amp;</a:t>
                      </a:r>
                      <a:r>
                        <a:rPr sz="1300" spc="-114" dirty="0">
                          <a:solidFill>
                            <a:srgbClr val="1B2A24"/>
                          </a:solidFill>
                          <a:latin typeface="HGPGothicE"/>
                          <a:cs typeface="HGPGothicE"/>
                        </a:rPr>
                        <a:t> </a:t>
                      </a:r>
                      <a:r>
                        <a:rPr sz="1300" spc="-4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sz="1350" spc="-4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300" spc="-4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300" spc="-10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35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130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ea</a:t>
                      </a:r>
                      <a:r>
                        <a:rPr sz="135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ning</a:t>
                      </a:r>
                      <a:r>
                        <a:rPr sz="1350" spc="-8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65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1300" spc="-6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Pa</a:t>
                      </a:r>
                      <a:r>
                        <a:rPr sz="1350" spc="-6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300" spc="-6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sz="1350" spc="-6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135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250" spc="55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35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um</a:t>
                      </a:r>
                      <a:r>
                        <a:rPr sz="130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250" spc="-10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32715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680">
                <a:tc>
                  <a:txBody>
                    <a:bodyPr/>
                    <a:lstStyle/>
                    <a:p>
                      <a:pPr marL="414020" marR="2109470" indent="-267335">
                        <a:lnSpc>
                          <a:spcPts val="1400"/>
                        </a:lnSpc>
                        <a:spcBef>
                          <a:spcPts val="335"/>
                        </a:spcBef>
                      </a:pPr>
                      <a:endParaRPr lang="en-US" sz="1300" spc="-120" dirty="0">
                        <a:latin typeface="Arial"/>
                        <a:cs typeface="Arial"/>
                      </a:endParaRPr>
                    </a:p>
                    <a:p>
                      <a:pPr marL="414020" marR="2109470" indent="-267335">
                        <a:lnSpc>
                          <a:spcPts val="1400"/>
                        </a:lnSpc>
                        <a:spcBef>
                          <a:spcPts val="335"/>
                        </a:spcBef>
                      </a:pPr>
                      <a:r>
                        <a:rPr sz="1300" spc="-12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2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20" dirty="0">
                          <a:latin typeface="Arial"/>
                          <a:cs typeface="Arial"/>
                        </a:rPr>
                        <a:t>Sa</a:t>
                      </a:r>
                      <a:r>
                        <a:rPr sz="1350" spc="-1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35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00" spc="-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300" spc="-50" dirty="0">
                          <a:latin typeface="Arial"/>
                          <a:cs typeface="Arial"/>
                        </a:rPr>
                        <a:t>ee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th </a:t>
                      </a:r>
                      <a:endParaRPr sz="1300" dirty="0">
                        <a:latin typeface="HGPGothicE"/>
                        <a:cs typeface="HGPGothicE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35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xplor</a:t>
                      </a:r>
                      <a:r>
                        <a:rPr sz="130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tory</a:t>
                      </a:r>
                      <a:r>
                        <a:rPr sz="1350" spc="-8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sz="1350" spc="-5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300" spc="-5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300" spc="-8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30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lysis</a:t>
                      </a:r>
                      <a:r>
                        <a:rPr sz="1350" spc="-4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20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1350" spc="-2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tr</a:t>
                      </a:r>
                      <a:r>
                        <a:rPr sz="1300" spc="-2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350" spc="-2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300" spc="-2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1350" spc="-2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1250" spc="-20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250" spc="-15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35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orr</a:t>
                      </a:r>
                      <a:r>
                        <a:rPr sz="130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35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130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tions</a:t>
                      </a:r>
                      <a:r>
                        <a:rPr sz="1250" spc="-10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spc="-150" dirty="0"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1300" spc="-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150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13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2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latin typeface="Arial"/>
                          <a:cs typeface="Arial"/>
                        </a:rPr>
                        <a:t>Ma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sth</a:t>
                      </a:r>
                      <a:r>
                        <a:rPr sz="1300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n</a:t>
                      </a:r>
                      <a:endParaRPr sz="1350" dirty="0">
                        <a:latin typeface="Arial"/>
                        <a:cs typeface="Arial"/>
                      </a:endParaRPr>
                    </a:p>
                  </a:txBody>
                  <a:tcPr marL="0" marR="0" marT="132715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spc="-5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sz="1350" spc="-5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300" spc="-5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300" spc="-9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visu</a:t>
                      </a:r>
                      <a:r>
                        <a:rPr sz="130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liz</a:t>
                      </a:r>
                      <a:r>
                        <a:rPr sz="130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tion</a:t>
                      </a:r>
                      <a:r>
                        <a:rPr sz="1350" spc="-4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25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1300" spc="-2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Ma</a:t>
                      </a:r>
                      <a:r>
                        <a:rPr sz="1350" spc="-2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tplotli</a:t>
                      </a:r>
                      <a:r>
                        <a:rPr sz="1300" spc="-2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1300" spc="-4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250" spc="70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7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Seab</a:t>
                      </a:r>
                      <a:r>
                        <a:rPr sz="1350" spc="-7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orn</a:t>
                      </a:r>
                      <a:r>
                        <a:rPr sz="1350" spc="-4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35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130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rts</a:t>
                      </a:r>
                      <a:r>
                        <a:rPr sz="1250" spc="-10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32715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spc="-9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3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2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7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3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2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5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2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300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00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n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132715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spc="-4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1350" spc="-4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1300" spc="-4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350" spc="-4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um</a:t>
                      </a:r>
                      <a:r>
                        <a:rPr sz="1300" spc="-4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350" spc="-4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nt</a:t>
                      </a:r>
                      <a:r>
                        <a:rPr sz="1300" spc="-4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4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tion</a:t>
                      </a:r>
                      <a:r>
                        <a:rPr sz="1250" spc="-45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250" spc="-25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8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PPT</a:t>
                      </a:r>
                      <a:r>
                        <a:rPr sz="1300" spc="-9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5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1350" spc="-5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sign</a:t>
                      </a:r>
                      <a:r>
                        <a:rPr sz="1350" spc="-4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45" dirty="0">
                          <a:solidFill>
                            <a:srgbClr val="1B2A24"/>
                          </a:solidFill>
                          <a:latin typeface="HGPGothicE"/>
                          <a:cs typeface="HGPGothicE"/>
                        </a:rPr>
                        <a:t>&amp;</a:t>
                      </a:r>
                      <a:r>
                        <a:rPr sz="1300" spc="-100" dirty="0">
                          <a:solidFill>
                            <a:srgbClr val="1B2A24"/>
                          </a:solidFill>
                          <a:latin typeface="HGPGothicE"/>
                          <a:cs typeface="HGPGothicE"/>
                        </a:rPr>
                        <a:t> </a:t>
                      </a:r>
                      <a:r>
                        <a:rPr sz="135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pr</a:t>
                      </a:r>
                      <a:r>
                        <a:rPr sz="130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35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130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35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nt</a:t>
                      </a:r>
                      <a:r>
                        <a:rPr sz="130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tion</a:t>
                      </a:r>
                      <a:endParaRPr sz="1350" dirty="0">
                        <a:latin typeface="Arial"/>
                        <a:cs typeface="Arial"/>
                      </a:endParaRPr>
                    </a:p>
                  </a:txBody>
                  <a:tcPr marL="0" marR="0" marT="132715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287" y="1712101"/>
            <a:ext cx="995114" cy="12225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36645" y="1712101"/>
            <a:ext cx="965624" cy="15358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09104" y="4367020"/>
            <a:ext cx="6379210" cy="222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i="1" spc="-100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300" i="1" spc="-100" dirty="0">
                <a:solidFill>
                  <a:srgbClr val="5B6B64"/>
                </a:solidFill>
                <a:latin typeface="Arial"/>
                <a:cs typeface="Arial"/>
              </a:rPr>
              <a:t>v</a:t>
            </a:r>
            <a:r>
              <a:rPr sz="1250" i="1" spc="-100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300" i="1" spc="-100" dirty="0">
                <a:solidFill>
                  <a:srgbClr val="5B6B64"/>
                </a:solidFill>
                <a:latin typeface="Arial"/>
                <a:cs typeface="Arial"/>
              </a:rPr>
              <a:t>ry</a:t>
            </a:r>
            <a:r>
              <a:rPr sz="1300" i="1" spc="-55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300" i="1" spc="-95" dirty="0">
                <a:solidFill>
                  <a:srgbClr val="5B6B64"/>
                </a:solidFill>
                <a:latin typeface="Arial"/>
                <a:cs typeface="Arial"/>
              </a:rPr>
              <a:t>m</a:t>
            </a:r>
            <a:r>
              <a:rPr sz="1250" i="1" spc="-95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300" i="1" spc="-95" dirty="0">
                <a:solidFill>
                  <a:srgbClr val="5B6B64"/>
                </a:solidFill>
                <a:latin typeface="Arial"/>
                <a:cs typeface="Arial"/>
              </a:rPr>
              <a:t>m</a:t>
            </a:r>
            <a:r>
              <a:rPr sz="1250" i="1" spc="-95" dirty="0">
                <a:solidFill>
                  <a:srgbClr val="5B6B64"/>
                </a:solidFill>
                <a:latin typeface="Arial"/>
                <a:cs typeface="Arial"/>
              </a:rPr>
              <a:t>be</a:t>
            </a:r>
            <a:r>
              <a:rPr sz="1300" i="1" spc="-95" dirty="0">
                <a:solidFill>
                  <a:srgbClr val="5B6B64"/>
                </a:solidFill>
                <a:latin typeface="Arial"/>
                <a:cs typeface="Arial"/>
              </a:rPr>
              <a:t>r</a:t>
            </a:r>
            <a:r>
              <a:rPr sz="1300" i="1" spc="-55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250" i="1" spc="-65" dirty="0">
                <a:solidFill>
                  <a:srgbClr val="5B6B64"/>
                </a:solidFill>
                <a:latin typeface="Arial"/>
                <a:cs typeface="Arial"/>
              </a:rPr>
              <a:t>c</a:t>
            </a:r>
            <a:r>
              <a:rPr sz="1300" i="1" spc="-65" dirty="0">
                <a:solidFill>
                  <a:srgbClr val="5B6B64"/>
                </a:solidFill>
                <a:latin typeface="Arial"/>
                <a:cs typeface="Arial"/>
              </a:rPr>
              <a:t>ontri</a:t>
            </a:r>
            <a:r>
              <a:rPr sz="1250" i="1" spc="-65" dirty="0">
                <a:solidFill>
                  <a:srgbClr val="5B6B64"/>
                </a:solidFill>
                <a:latin typeface="Arial"/>
                <a:cs typeface="Arial"/>
              </a:rPr>
              <a:t>b</a:t>
            </a:r>
            <a:r>
              <a:rPr sz="1300" i="1" spc="-65" dirty="0">
                <a:solidFill>
                  <a:srgbClr val="5B6B64"/>
                </a:solidFill>
                <a:latin typeface="Arial"/>
                <a:cs typeface="Arial"/>
              </a:rPr>
              <a:t>ut</a:t>
            </a:r>
            <a:r>
              <a:rPr sz="1250" i="1" spc="-65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300" i="1" spc="-65" dirty="0">
                <a:solidFill>
                  <a:srgbClr val="5B6B64"/>
                </a:solidFill>
                <a:latin typeface="Arial"/>
                <a:cs typeface="Arial"/>
              </a:rPr>
              <a:t>s</a:t>
            </a:r>
            <a:r>
              <a:rPr sz="1300" i="1" spc="-55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300" i="1" spc="-45" dirty="0">
                <a:solidFill>
                  <a:srgbClr val="5B6B64"/>
                </a:solidFill>
                <a:latin typeface="Arial"/>
                <a:cs typeface="Arial"/>
              </a:rPr>
              <a:t>to</a:t>
            </a:r>
            <a:r>
              <a:rPr sz="1300" i="1" spc="-55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300" i="1" spc="-85" dirty="0">
                <a:solidFill>
                  <a:srgbClr val="5B6B64"/>
                </a:solidFill>
                <a:latin typeface="Arial"/>
                <a:cs typeface="Arial"/>
              </a:rPr>
              <a:t>pro</a:t>
            </a:r>
            <a:r>
              <a:rPr sz="1250" i="1" spc="-85" dirty="0">
                <a:solidFill>
                  <a:srgbClr val="5B6B64"/>
                </a:solidFill>
                <a:latin typeface="Arial"/>
                <a:cs typeface="Arial"/>
              </a:rPr>
              <a:t>b</a:t>
            </a:r>
            <a:r>
              <a:rPr sz="1300" i="1" spc="-85" dirty="0">
                <a:solidFill>
                  <a:srgbClr val="5B6B64"/>
                </a:solidFill>
                <a:latin typeface="Arial"/>
                <a:cs typeface="Arial"/>
              </a:rPr>
              <a:t>l</a:t>
            </a:r>
            <a:r>
              <a:rPr sz="1250" i="1" spc="-85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300" i="1" spc="-85" dirty="0">
                <a:solidFill>
                  <a:srgbClr val="5B6B64"/>
                </a:solidFill>
                <a:latin typeface="Arial"/>
                <a:cs typeface="Arial"/>
              </a:rPr>
              <a:t>m</a:t>
            </a:r>
            <a:r>
              <a:rPr sz="1300" i="1" spc="-5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300" i="1" spc="-60" dirty="0">
                <a:solidFill>
                  <a:srgbClr val="5B6B64"/>
                </a:solidFill>
                <a:latin typeface="Arial"/>
                <a:cs typeface="Arial"/>
              </a:rPr>
              <a:t>i</a:t>
            </a:r>
            <a:r>
              <a:rPr sz="1250" i="1" spc="-60" dirty="0">
                <a:solidFill>
                  <a:srgbClr val="5B6B64"/>
                </a:solidFill>
                <a:latin typeface="Arial"/>
                <a:cs typeface="Arial"/>
              </a:rPr>
              <a:t>de</a:t>
            </a:r>
            <a:r>
              <a:rPr sz="1300" i="1" spc="-60" dirty="0">
                <a:solidFill>
                  <a:srgbClr val="5B6B64"/>
                </a:solidFill>
                <a:latin typeface="Arial"/>
                <a:cs typeface="Arial"/>
              </a:rPr>
              <a:t>ntifi</a:t>
            </a:r>
            <a:r>
              <a:rPr sz="1250" i="1" spc="-60" dirty="0">
                <a:solidFill>
                  <a:srgbClr val="5B6B64"/>
                </a:solidFill>
                <a:latin typeface="Arial"/>
                <a:cs typeface="Arial"/>
              </a:rPr>
              <a:t>ca</a:t>
            </a:r>
            <a:r>
              <a:rPr sz="1300" i="1" spc="-60" dirty="0">
                <a:solidFill>
                  <a:srgbClr val="5B6B64"/>
                </a:solidFill>
                <a:latin typeface="Arial"/>
                <a:cs typeface="Arial"/>
              </a:rPr>
              <a:t>tion</a:t>
            </a:r>
            <a:r>
              <a:rPr sz="1200" i="1" spc="-60" dirty="0">
                <a:solidFill>
                  <a:srgbClr val="5B6B64"/>
                </a:solidFill>
                <a:latin typeface="Calibri"/>
                <a:cs typeface="Calibri"/>
              </a:rPr>
              <a:t>,</a:t>
            </a:r>
            <a:r>
              <a:rPr sz="1200" i="1" spc="35" dirty="0">
                <a:solidFill>
                  <a:srgbClr val="5B6B64"/>
                </a:solidFill>
                <a:latin typeface="Calibri"/>
                <a:cs typeface="Calibri"/>
              </a:rPr>
              <a:t> </a:t>
            </a:r>
            <a:r>
              <a:rPr sz="1300" i="1" spc="-85" dirty="0">
                <a:solidFill>
                  <a:srgbClr val="5B6B64"/>
                </a:solidFill>
                <a:latin typeface="Arial"/>
                <a:cs typeface="Arial"/>
              </a:rPr>
              <a:t>r</a:t>
            </a:r>
            <a:r>
              <a:rPr sz="1250" i="1" spc="-85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300" i="1" spc="-85" dirty="0">
                <a:solidFill>
                  <a:srgbClr val="5B6B64"/>
                </a:solidFill>
                <a:latin typeface="Arial"/>
                <a:cs typeface="Arial"/>
              </a:rPr>
              <a:t>quir</a:t>
            </a:r>
            <a:r>
              <a:rPr sz="1250" i="1" spc="-85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300" i="1" spc="-85" dirty="0">
                <a:solidFill>
                  <a:srgbClr val="5B6B64"/>
                </a:solidFill>
                <a:latin typeface="Arial"/>
                <a:cs typeface="Arial"/>
              </a:rPr>
              <a:t>m</a:t>
            </a:r>
            <a:r>
              <a:rPr sz="1250" i="1" spc="-85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300" i="1" spc="-85" dirty="0">
                <a:solidFill>
                  <a:srgbClr val="5B6B64"/>
                </a:solidFill>
                <a:latin typeface="Arial"/>
                <a:cs typeface="Arial"/>
              </a:rPr>
              <a:t>nt</a:t>
            </a:r>
            <a:r>
              <a:rPr sz="1300" i="1" spc="-55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250" i="1" spc="-80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300" i="1" spc="-80" dirty="0">
                <a:solidFill>
                  <a:srgbClr val="5B6B64"/>
                </a:solidFill>
                <a:latin typeface="Arial"/>
                <a:cs typeface="Arial"/>
              </a:rPr>
              <a:t>n</a:t>
            </a:r>
            <a:r>
              <a:rPr sz="1250" i="1" spc="-80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300" i="1" spc="-80" dirty="0">
                <a:solidFill>
                  <a:srgbClr val="5B6B64"/>
                </a:solidFill>
                <a:latin typeface="Arial"/>
                <a:cs typeface="Arial"/>
              </a:rPr>
              <a:t>lysis</a:t>
            </a:r>
            <a:r>
              <a:rPr sz="1200" i="1" spc="-80" dirty="0">
                <a:solidFill>
                  <a:srgbClr val="5B6B64"/>
                </a:solidFill>
                <a:latin typeface="Calibri"/>
                <a:cs typeface="Calibri"/>
              </a:rPr>
              <a:t>,</a:t>
            </a:r>
            <a:r>
              <a:rPr sz="1200" i="1" spc="35" dirty="0">
                <a:solidFill>
                  <a:srgbClr val="5B6B64"/>
                </a:solidFill>
                <a:latin typeface="Calibri"/>
                <a:cs typeface="Calibri"/>
              </a:rPr>
              <a:t> </a:t>
            </a:r>
            <a:r>
              <a:rPr sz="1250" i="1" spc="-85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300" i="1" spc="-85" dirty="0">
                <a:solidFill>
                  <a:srgbClr val="5B6B64"/>
                </a:solidFill>
                <a:latin typeface="Arial"/>
                <a:cs typeface="Arial"/>
              </a:rPr>
              <a:t>n</a:t>
            </a:r>
            <a:r>
              <a:rPr sz="1250" i="1" spc="-85" dirty="0">
                <a:solidFill>
                  <a:srgbClr val="5B6B64"/>
                </a:solidFill>
                <a:latin typeface="Arial"/>
                <a:cs typeface="Arial"/>
              </a:rPr>
              <a:t>d</a:t>
            </a:r>
            <a:r>
              <a:rPr sz="1250" i="1" spc="-4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300" i="1" spc="-90" dirty="0">
                <a:solidFill>
                  <a:srgbClr val="5B6B64"/>
                </a:solidFill>
                <a:latin typeface="Arial"/>
                <a:cs typeface="Arial"/>
              </a:rPr>
              <a:t>th</a:t>
            </a:r>
            <a:r>
              <a:rPr sz="1250" i="1" spc="-90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250" i="1" spc="4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300" i="1" spc="-70" dirty="0">
                <a:solidFill>
                  <a:srgbClr val="5B6B64"/>
                </a:solidFill>
                <a:latin typeface="Arial"/>
                <a:cs typeface="Arial"/>
              </a:rPr>
              <a:t>fin</a:t>
            </a:r>
            <a:r>
              <a:rPr sz="1250" i="1" spc="-70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300" i="1" spc="-70" dirty="0">
                <a:solidFill>
                  <a:srgbClr val="5B6B64"/>
                </a:solidFill>
                <a:latin typeface="Arial"/>
                <a:cs typeface="Arial"/>
              </a:rPr>
              <a:t>l</a:t>
            </a:r>
            <a:r>
              <a:rPr sz="1300" i="1" spc="-55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300" i="1" spc="-45" dirty="0">
                <a:solidFill>
                  <a:srgbClr val="5B6B64"/>
                </a:solidFill>
                <a:latin typeface="Arial"/>
                <a:cs typeface="Arial"/>
              </a:rPr>
              <a:t>pr</a:t>
            </a:r>
            <a:r>
              <a:rPr sz="1250" i="1" spc="-45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300" i="1" spc="-45" dirty="0">
                <a:solidFill>
                  <a:srgbClr val="5B6B64"/>
                </a:solidFill>
                <a:latin typeface="Arial"/>
                <a:cs typeface="Arial"/>
              </a:rPr>
              <a:t>s</a:t>
            </a:r>
            <a:r>
              <a:rPr sz="1250" i="1" spc="-45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300" i="1" spc="-45" dirty="0">
                <a:solidFill>
                  <a:srgbClr val="5B6B64"/>
                </a:solidFill>
                <a:latin typeface="Arial"/>
                <a:cs typeface="Arial"/>
              </a:rPr>
              <a:t>nt</a:t>
            </a:r>
            <a:r>
              <a:rPr sz="1250" i="1" spc="-45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300" i="1" spc="-45" dirty="0">
                <a:solidFill>
                  <a:srgbClr val="5B6B64"/>
                </a:solidFill>
                <a:latin typeface="Arial"/>
                <a:cs typeface="Arial"/>
              </a:rPr>
              <a:t>tion</a:t>
            </a:r>
            <a:r>
              <a:rPr sz="1200" i="1" spc="-45" dirty="0">
                <a:solidFill>
                  <a:srgbClr val="5B6B64"/>
                </a:solidFill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701" y="122682"/>
            <a:ext cx="962405" cy="96240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9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7469" y="579297"/>
            <a:ext cx="1546225" cy="276225"/>
          </a:xfrm>
          <a:custGeom>
            <a:avLst/>
            <a:gdLst/>
            <a:ahLst/>
            <a:cxnLst/>
            <a:rect l="l" t="t" r="r" b="b"/>
            <a:pathLst>
              <a:path w="1546225" h="276225">
                <a:moveTo>
                  <a:pt x="226352" y="133235"/>
                </a:moveTo>
                <a:lnTo>
                  <a:pt x="217690" y="79044"/>
                </a:lnTo>
                <a:lnTo>
                  <a:pt x="192328" y="37223"/>
                </a:lnTo>
                <a:lnTo>
                  <a:pt x="188328" y="33655"/>
                </a:lnTo>
                <a:lnTo>
                  <a:pt x="188328" y="134277"/>
                </a:lnTo>
                <a:lnTo>
                  <a:pt x="186677" y="159702"/>
                </a:lnTo>
                <a:lnTo>
                  <a:pt x="173494" y="199123"/>
                </a:lnTo>
                <a:lnTo>
                  <a:pt x="129641" y="231203"/>
                </a:lnTo>
                <a:lnTo>
                  <a:pt x="85458" y="237223"/>
                </a:lnTo>
                <a:lnTo>
                  <a:pt x="37071" y="237223"/>
                </a:lnTo>
                <a:lnTo>
                  <a:pt x="37071" y="36461"/>
                </a:lnTo>
                <a:lnTo>
                  <a:pt x="94424" y="36461"/>
                </a:lnTo>
                <a:lnTo>
                  <a:pt x="134327" y="42875"/>
                </a:lnTo>
                <a:lnTo>
                  <a:pt x="174561" y="76276"/>
                </a:lnTo>
                <a:lnTo>
                  <a:pt x="186905" y="113893"/>
                </a:lnTo>
                <a:lnTo>
                  <a:pt x="188328" y="134277"/>
                </a:lnTo>
                <a:lnTo>
                  <a:pt x="188328" y="33655"/>
                </a:lnTo>
                <a:lnTo>
                  <a:pt x="152234" y="10871"/>
                </a:lnTo>
                <a:lnTo>
                  <a:pt x="100164" y="1917"/>
                </a:lnTo>
                <a:lnTo>
                  <a:pt x="0" y="1917"/>
                </a:lnTo>
                <a:lnTo>
                  <a:pt x="0" y="272376"/>
                </a:lnTo>
                <a:lnTo>
                  <a:pt x="90855" y="272376"/>
                </a:lnTo>
                <a:lnTo>
                  <a:pt x="146507" y="263829"/>
                </a:lnTo>
                <a:lnTo>
                  <a:pt x="189534" y="238188"/>
                </a:lnTo>
                <a:lnTo>
                  <a:pt x="190334" y="237223"/>
                </a:lnTo>
                <a:lnTo>
                  <a:pt x="205651" y="218795"/>
                </a:lnTo>
                <a:lnTo>
                  <a:pt x="217144" y="194843"/>
                </a:lnTo>
                <a:lnTo>
                  <a:pt x="224053" y="166319"/>
                </a:lnTo>
                <a:lnTo>
                  <a:pt x="226352" y="133235"/>
                </a:lnTo>
                <a:close/>
              </a:path>
              <a:path w="1546225" h="276225">
                <a:moveTo>
                  <a:pt x="480898" y="272376"/>
                </a:moveTo>
                <a:lnTo>
                  <a:pt x="450964" y="195453"/>
                </a:lnTo>
                <a:lnTo>
                  <a:pt x="437476" y="160820"/>
                </a:lnTo>
                <a:lnTo>
                  <a:pt x="400100" y="64770"/>
                </a:lnTo>
                <a:lnTo>
                  <a:pt x="400100" y="160820"/>
                </a:lnTo>
                <a:lnTo>
                  <a:pt x="311162" y="160820"/>
                </a:lnTo>
                <a:lnTo>
                  <a:pt x="355447" y="37528"/>
                </a:lnTo>
                <a:lnTo>
                  <a:pt x="400100" y="160820"/>
                </a:lnTo>
                <a:lnTo>
                  <a:pt x="400100" y="64770"/>
                </a:lnTo>
                <a:lnTo>
                  <a:pt x="388988" y="36207"/>
                </a:lnTo>
                <a:lnTo>
                  <a:pt x="376288" y="3568"/>
                </a:lnTo>
                <a:lnTo>
                  <a:pt x="334949" y="3568"/>
                </a:lnTo>
                <a:lnTo>
                  <a:pt x="230530" y="272376"/>
                </a:lnTo>
                <a:lnTo>
                  <a:pt x="271081" y="272376"/>
                </a:lnTo>
                <a:lnTo>
                  <a:pt x="298716" y="195453"/>
                </a:lnTo>
                <a:lnTo>
                  <a:pt x="412648" y="195453"/>
                </a:lnTo>
                <a:lnTo>
                  <a:pt x="440512" y="272376"/>
                </a:lnTo>
                <a:lnTo>
                  <a:pt x="480898" y="272376"/>
                </a:lnTo>
                <a:close/>
              </a:path>
              <a:path w="1546225" h="276225">
                <a:moveTo>
                  <a:pt x="661250" y="3098"/>
                </a:moveTo>
                <a:lnTo>
                  <a:pt x="449783" y="3098"/>
                </a:lnTo>
                <a:lnTo>
                  <a:pt x="449783" y="38658"/>
                </a:lnTo>
                <a:lnTo>
                  <a:pt x="536981" y="38658"/>
                </a:lnTo>
                <a:lnTo>
                  <a:pt x="536981" y="272338"/>
                </a:lnTo>
                <a:lnTo>
                  <a:pt x="574306" y="272338"/>
                </a:lnTo>
                <a:lnTo>
                  <a:pt x="574306" y="38658"/>
                </a:lnTo>
                <a:lnTo>
                  <a:pt x="661250" y="38658"/>
                </a:lnTo>
                <a:lnTo>
                  <a:pt x="661250" y="3098"/>
                </a:lnTo>
                <a:close/>
              </a:path>
              <a:path w="1546225" h="276225">
                <a:moveTo>
                  <a:pt x="877671" y="272376"/>
                </a:moveTo>
                <a:lnTo>
                  <a:pt x="847737" y="195453"/>
                </a:lnTo>
                <a:lnTo>
                  <a:pt x="834263" y="160820"/>
                </a:lnTo>
                <a:lnTo>
                  <a:pt x="796886" y="64770"/>
                </a:lnTo>
                <a:lnTo>
                  <a:pt x="796886" y="160820"/>
                </a:lnTo>
                <a:lnTo>
                  <a:pt x="707936" y="160820"/>
                </a:lnTo>
                <a:lnTo>
                  <a:pt x="752233" y="37528"/>
                </a:lnTo>
                <a:lnTo>
                  <a:pt x="796886" y="160820"/>
                </a:lnTo>
                <a:lnTo>
                  <a:pt x="796886" y="64770"/>
                </a:lnTo>
                <a:lnTo>
                  <a:pt x="785774" y="36207"/>
                </a:lnTo>
                <a:lnTo>
                  <a:pt x="773074" y="3568"/>
                </a:lnTo>
                <a:lnTo>
                  <a:pt x="731735" y="3568"/>
                </a:lnTo>
                <a:lnTo>
                  <a:pt x="627303" y="272376"/>
                </a:lnTo>
                <a:lnTo>
                  <a:pt x="667867" y="272376"/>
                </a:lnTo>
                <a:lnTo>
                  <a:pt x="695502" y="195453"/>
                </a:lnTo>
                <a:lnTo>
                  <a:pt x="809434" y="195453"/>
                </a:lnTo>
                <a:lnTo>
                  <a:pt x="837298" y="272376"/>
                </a:lnTo>
                <a:lnTo>
                  <a:pt x="877671" y="272376"/>
                </a:lnTo>
                <a:close/>
              </a:path>
              <a:path w="1546225" h="276225">
                <a:moveTo>
                  <a:pt x="1090104" y="195453"/>
                </a:moveTo>
                <a:lnTo>
                  <a:pt x="1077963" y="155079"/>
                </a:lnTo>
                <a:lnTo>
                  <a:pt x="1044232" y="132473"/>
                </a:lnTo>
                <a:lnTo>
                  <a:pt x="981316" y="111734"/>
                </a:lnTo>
                <a:lnTo>
                  <a:pt x="970191" y="107899"/>
                </a:lnTo>
                <a:lnTo>
                  <a:pt x="938593" y="82562"/>
                </a:lnTo>
                <a:lnTo>
                  <a:pt x="938593" y="66662"/>
                </a:lnTo>
                <a:lnTo>
                  <a:pt x="967867" y="37668"/>
                </a:lnTo>
                <a:lnTo>
                  <a:pt x="991069" y="34632"/>
                </a:lnTo>
                <a:lnTo>
                  <a:pt x="1002842" y="35407"/>
                </a:lnTo>
                <a:lnTo>
                  <a:pt x="1038288" y="53746"/>
                </a:lnTo>
                <a:lnTo>
                  <a:pt x="1051979" y="82765"/>
                </a:lnTo>
                <a:lnTo>
                  <a:pt x="1086446" y="73101"/>
                </a:lnTo>
                <a:lnTo>
                  <a:pt x="1066863" y="30454"/>
                </a:lnTo>
                <a:lnTo>
                  <a:pt x="1033792" y="7569"/>
                </a:lnTo>
                <a:lnTo>
                  <a:pt x="992632" y="0"/>
                </a:lnTo>
                <a:lnTo>
                  <a:pt x="978192" y="647"/>
                </a:lnTo>
                <a:lnTo>
                  <a:pt x="932103" y="15925"/>
                </a:lnTo>
                <a:lnTo>
                  <a:pt x="906335" y="46520"/>
                </a:lnTo>
                <a:lnTo>
                  <a:pt x="900557" y="74930"/>
                </a:lnTo>
                <a:lnTo>
                  <a:pt x="901522" y="87350"/>
                </a:lnTo>
                <a:lnTo>
                  <a:pt x="924509" y="124688"/>
                </a:lnTo>
                <a:lnTo>
                  <a:pt x="959650" y="142024"/>
                </a:lnTo>
                <a:lnTo>
                  <a:pt x="1001166" y="155244"/>
                </a:lnTo>
                <a:lnTo>
                  <a:pt x="1010818" y="158496"/>
                </a:lnTo>
                <a:lnTo>
                  <a:pt x="1050645" y="184315"/>
                </a:lnTo>
                <a:lnTo>
                  <a:pt x="1052156" y="189966"/>
                </a:lnTo>
                <a:lnTo>
                  <a:pt x="1052156" y="204939"/>
                </a:lnTo>
                <a:lnTo>
                  <a:pt x="1026312" y="234530"/>
                </a:lnTo>
                <a:lnTo>
                  <a:pt x="995934" y="240449"/>
                </a:lnTo>
                <a:lnTo>
                  <a:pt x="983335" y="239687"/>
                </a:lnTo>
                <a:lnTo>
                  <a:pt x="944562" y="221322"/>
                </a:lnTo>
                <a:lnTo>
                  <a:pt x="929373" y="189103"/>
                </a:lnTo>
                <a:lnTo>
                  <a:pt x="892378" y="199898"/>
                </a:lnTo>
                <a:lnTo>
                  <a:pt x="916089" y="247294"/>
                </a:lnTo>
                <a:lnTo>
                  <a:pt x="959408" y="271399"/>
                </a:lnTo>
                <a:lnTo>
                  <a:pt x="995248" y="275945"/>
                </a:lnTo>
                <a:lnTo>
                  <a:pt x="1008837" y="275310"/>
                </a:lnTo>
                <a:lnTo>
                  <a:pt x="1054823" y="260045"/>
                </a:lnTo>
                <a:lnTo>
                  <a:pt x="1083348" y="227533"/>
                </a:lnTo>
                <a:lnTo>
                  <a:pt x="1089342" y="206730"/>
                </a:lnTo>
                <a:lnTo>
                  <a:pt x="1090104" y="195453"/>
                </a:lnTo>
                <a:close/>
              </a:path>
              <a:path w="1546225" h="276225">
                <a:moveTo>
                  <a:pt x="1307045" y="3098"/>
                </a:moveTo>
                <a:lnTo>
                  <a:pt x="1128306" y="3098"/>
                </a:lnTo>
                <a:lnTo>
                  <a:pt x="1128306" y="38658"/>
                </a:lnTo>
                <a:lnTo>
                  <a:pt x="1128306" y="113588"/>
                </a:lnTo>
                <a:lnTo>
                  <a:pt x="1128306" y="149148"/>
                </a:lnTo>
                <a:lnTo>
                  <a:pt x="1128306" y="238048"/>
                </a:lnTo>
                <a:lnTo>
                  <a:pt x="1128306" y="272338"/>
                </a:lnTo>
                <a:lnTo>
                  <a:pt x="1307045" y="272338"/>
                </a:lnTo>
                <a:lnTo>
                  <a:pt x="1307045" y="238048"/>
                </a:lnTo>
                <a:lnTo>
                  <a:pt x="1165898" y="238048"/>
                </a:lnTo>
                <a:lnTo>
                  <a:pt x="1165898" y="149148"/>
                </a:lnTo>
                <a:lnTo>
                  <a:pt x="1296784" y="149148"/>
                </a:lnTo>
                <a:lnTo>
                  <a:pt x="1296784" y="113588"/>
                </a:lnTo>
                <a:lnTo>
                  <a:pt x="1165898" y="113588"/>
                </a:lnTo>
                <a:lnTo>
                  <a:pt x="1165898" y="38658"/>
                </a:lnTo>
                <a:lnTo>
                  <a:pt x="1307045" y="38658"/>
                </a:lnTo>
                <a:lnTo>
                  <a:pt x="1307045" y="3098"/>
                </a:lnTo>
                <a:close/>
              </a:path>
              <a:path w="1546225" h="276225">
                <a:moveTo>
                  <a:pt x="1545755" y="3098"/>
                </a:moveTo>
                <a:lnTo>
                  <a:pt x="1334287" y="3098"/>
                </a:lnTo>
                <a:lnTo>
                  <a:pt x="1334287" y="38658"/>
                </a:lnTo>
                <a:lnTo>
                  <a:pt x="1421485" y="38658"/>
                </a:lnTo>
                <a:lnTo>
                  <a:pt x="1421485" y="272338"/>
                </a:lnTo>
                <a:lnTo>
                  <a:pt x="1458810" y="272338"/>
                </a:lnTo>
                <a:lnTo>
                  <a:pt x="1458810" y="38658"/>
                </a:lnTo>
                <a:lnTo>
                  <a:pt x="1545755" y="38658"/>
                </a:lnTo>
                <a:lnTo>
                  <a:pt x="1545755" y="3098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210445" y="578687"/>
            <a:ext cx="1251585" cy="276860"/>
          </a:xfrm>
          <a:custGeom>
            <a:avLst/>
            <a:gdLst/>
            <a:ahLst/>
            <a:cxnLst/>
            <a:rect l="l" t="t" r="r" b="b"/>
            <a:pathLst>
              <a:path w="1251585" h="276859">
                <a:moveTo>
                  <a:pt x="226339" y="133845"/>
                </a:moveTo>
                <a:lnTo>
                  <a:pt x="217678" y="79654"/>
                </a:lnTo>
                <a:lnTo>
                  <a:pt x="192316" y="37833"/>
                </a:lnTo>
                <a:lnTo>
                  <a:pt x="188315" y="34251"/>
                </a:lnTo>
                <a:lnTo>
                  <a:pt x="188315" y="134886"/>
                </a:lnTo>
                <a:lnTo>
                  <a:pt x="186664" y="160312"/>
                </a:lnTo>
                <a:lnTo>
                  <a:pt x="173482" y="199732"/>
                </a:lnTo>
                <a:lnTo>
                  <a:pt x="129641" y="231813"/>
                </a:lnTo>
                <a:lnTo>
                  <a:pt x="85458" y="237832"/>
                </a:lnTo>
                <a:lnTo>
                  <a:pt x="37071" y="237832"/>
                </a:lnTo>
                <a:lnTo>
                  <a:pt x="37071" y="37071"/>
                </a:lnTo>
                <a:lnTo>
                  <a:pt x="94411" y="37071"/>
                </a:lnTo>
                <a:lnTo>
                  <a:pt x="134315" y="43484"/>
                </a:lnTo>
                <a:lnTo>
                  <a:pt x="174561" y="76885"/>
                </a:lnTo>
                <a:lnTo>
                  <a:pt x="186893" y="114503"/>
                </a:lnTo>
                <a:lnTo>
                  <a:pt x="188315" y="134886"/>
                </a:lnTo>
                <a:lnTo>
                  <a:pt x="188315" y="34251"/>
                </a:lnTo>
                <a:lnTo>
                  <a:pt x="152222" y="11480"/>
                </a:lnTo>
                <a:lnTo>
                  <a:pt x="100164" y="2527"/>
                </a:lnTo>
                <a:lnTo>
                  <a:pt x="0" y="2527"/>
                </a:lnTo>
                <a:lnTo>
                  <a:pt x="0" y="272986"/>
                </a:lnTo>
                <a:lnTo>
                  <a:pt x="90843" y="272986"/>
                </a:lnTo>
                <a:lnTo>
                  <a:pt x="146494" y="264439"/>
                </a:lnTo>
                <a:lnTo>
                  <a:pt x="189534" y="238798"/>
                </a:lnTo>
                <a:lnTo>
                  <a:pt x="190322" y="237832"/>
                </a:lnTo>
                <a:lnTo>
                  <a:pt x="205638" y="219405"/>
                </a:lnTo>
                <a:lnTo>
                  <a:pt x="217144" y="195453"/>
                </a:lnTo>
                <a:lnTo>
                  <a:pt x="224040" y="166928"/>
                </a:lnTo>
                <a:lnTo>
                  <a:pt x="226339" y="133845"/>
                </a:lnTo>
                <a:close/>
              </a:path>
              <a:path w="1251585" h="276859">
                <a:moveTo>
                  <a:pt x="446074" y="3708"/>
                </a:moveTo>
                <a:lnTo>
                  <a:pt x="267335" y="3708"/>
                </a:lnTo>
                <a:lnTo>
                  <a:pt x="267335" y="39268"/>
                </a:lnTo>
                <a:lnTo>
                  <a:pt x="267335" y="114198"/>
                </a:lnTo>
                <a:lnTo>
                  <a:pt x="267335" y="149758"/>
                </a:lnTo>
                <a:lnTo>
                  <a:pt x="267335" y="238658"/>
                </a:lnTo>
                <a:lnTo>
                  <a:pt x="267335" y="272948"/>
                </a:lnTo>
                <a:lnTo>
                  <a:pt x="446074" y="272948"/>
                </a:lnTo>
                <a:lnTo>
                  <a:pt x="446074" y="238658"/>
                </a:lnTo>
                <a:lnTo>
                  <a:pt x="304927" y="238658"/>
                </a:lnTo>
                <a:lnTo>
                  <a:pt x="304927" y="149758"/>
                </a:lnTo>
                <a:lnTo>
                  <a:pt x="435813" y="149758"/>
                </a:lnTo>
                <a:lnTo>
                  <a:pt x="435813" y="114198"/>
                </a:lnTo>
                <a:lnTo>
                  <a:pt x="304927" y="114198"/>
                </a:lnTo>
                <a:lnTo>
                  <a:pt x="304927" y="39268"/>
                </a:lnTo>
                <a:lnTo>
                  <a:pt x="446074" y="39268"/>
                </a:lnTo>
                <a:lnTo>
                  <a:pt x="446074" y="3708"/>
                </a:lnTo>
                <a:close/>
              </a:path>
              <a:path w="1251585" h="276859">
                <a:moveTo>
                  <a:pt x="674687" y="196062"/>
                </a:moveTo>
                <a:lnTo>
                  <a:pt x="662546" y="155689"/>
                </a:lnTo>
                <a:lnTo>
                  <a:pt x="628827" y="133083"/>
                </a:lnTo>
                <a:lnTo>
                  <a:pt x="565912" y="112344"/>
                </a:lnTo>
                <a:lnTo>
                  <a:pt x="554774" y="108508"/>
                </a:lnTo>
                <a:lnTo>
                  <a:pt x="523176" y="83172"/>
                </a:lnTo>
                <a:lnTo>
                  <a:pt x="523176" y="67271"/>
                </a:lnTo>
                <a:lnTo>
                  <a:pt x="552450" y="38277"/>
                </a:lnTo>
                <a:lnTo>
                  <a:pt x="575652" y="35242"/>
                </a:lnTo>
                <a:lnTo>
                  <a:pt x="587425" y="36017"/>
                </a:lnTo>
                <a:lnTo>
                  <a:pt x="622884" y="54356"/>
                </a:lnTo>
                <a:lnTo>
                  <a:pt x="636574" y="83375"/>
                </a:lnTo>
                <a:lnTo>
                  <a:pt x="671029" y="73710"/>
                </a:lnTo>
                <a:lnTo>
                  <a:pt x="651446" y="31064"/>
                </a:lnTo>
                <a:lnTo>
                  <a:pt x="618388" y="8178"/>
                </a:lnTo>
                <a:lnTo>
                  <a:pt x="577215" y="609"/>
                </a:lnTo>
                <a:lnTo>
                  <a:pt x="562787" y="1257"/>
                </a:lnTo>
                <a:lnTo>
                  <a:pt x="516699" y="16535"/>
                </a:lnTo>
                <a:lnTo>
                  <a:pt x="490931" y="47129"/>
                </a:lnTo>
                <a:lnTo>
                  <a:pt x="485152" y="75539"/>
                </a:lnTo>
                <a:lnTo>
                  <a:pt x="486117" y="87960"/>
                </a:lnTo>
                <a:lnTo>
                  <a:pt x="509092" y="125298"/>
                </a:lnTo>
                <a:lnTo>
                  <a:pt x="544233" y="142633"/>
                </a:lnTo>
                <a:lnTo>
                  <a:pt x="585749" y="155854"/>
                </a:lnTo>
                <a:lnTo>
                  <a:pt x="595401" y="159105"/>
                </a:lnTo>
                <a:lnTo>
                  <a:pt x="635241" y="184924"/>
                </a:lnTo>
                <a:lnTo>
                  <a:pt x="636739" y="190576"/>
                </a:lnTo>
                <a:lnTo>
                  <a:pt x="636739" y="205549"/>
                </a:lnTo>
                <a:lnTo>
                  <a:pt x="610895" y="235140"/>
                </a:lnTo>
                <a:lnTo>
                  <a:pt x="580529" y="241058"/>
                </a:lnTo>
                <a:lnTo>
                  <a:pt x="567918" y="240296"/>
                </a:lnTo>
                <a:lnTo>
                  <a:pt x="529145" y="221932"/>
                </a:lnTo>
                <a:lnTo>
                  <a:pt x="513956" y="189712"/>
                </a:lnTo>
                <a:lnTo>
                  <a:pt x="476973" y="200507"/>
                </a:lnTo>
                <a:lnTo>
                  <a:pt x="500672" y="247904"/>
                </a:lnTo>
                <a:lnTo>
                  <a:pt x="544004" y="272008"/>
                </a:lnTo>
                <a:lnTo>
                  <a:pt x="579831" y="276555"/>
                </a:lnTo>
                <a:lnTo>
                  <a:pt x="593432" y="275920"/>
                </a:lnTo>
                <a:lnTo>
                  <a:pt x="639406" y="260654"/>
                </a:lnTo>
                <a:lnTo>
                  <a:pt x="667931" y="228142"/>
                </a:lnTo>
                <a:lnTo>
                  <a:pt x="673938" y="207340"/>
                </a:lnTo>
                <a:lnTo>
                  <a:pt x="674687" y="196062"/>
                </a:lnTo>
                <a:close/>
              </a:path>
              <a:path w="1251585" h="276859">
                <a:moveTo>
                  <a:pt x="939317" y="191884"/>
                </a:moveTo>
                <a:lnTo>
                  <a:pt x="904951" y="181178"/>
                </a:lnTo>
                <a:lnTo>
                  <a:pt x="899782" y="196151"/>
                </a:lnTo>
                <a:lnTo>
                  <a:pt x="893305" y="208838"/>
                </a:lnTo>
                <a:lnTo>
                  <a:pt x="855345" y="237832"/>
                </a:lnTo>
                <a:lnTo>
                  <a:pt x="830719" y="241312"/>
                </a:lnTo>
                <a:lnTo>
                  <a:pt x="817283" y="240525"/>
                </a:lnTo>
                <a:lnTo>
                  <a:pt x="774166" y="221678"/>
                </a:lnTo>
                <a:lnTo>
                  <a:pt x="749249" y="180352"/>
                </a:lnTo>
                <a:lnTo>
                  <a:pt x="743521" y="137414"/>
                </a:lnTo>
                <a:lnTo>
                  <a:pt x="744156" y="122682"/>
                </a:lnTo>
                <a:lnTo>
                  <a:pt x="753618" y="83896"/>
                </a:lnTo>
                <a:lnTo>
                  <a:pt x="782243" y="48120"/>
                </a:lnTo>
                <a:lnTo>
                  <a:pt x="825665" y="35598"/>
                </a:lnTo>
                <a:lnTo>
                  <a:pt x="833831" y="35979"/>
                </a:lnTo>
                <a:lnTo>
                  <a:pt x="872121" y="49555"/>
                </a:lnTo>
                <a:lnTo>
                  <a:pt x="900074" y="86029"/>
                </a:lnTo>
                <a:lnTo>
                  <a:pt x="903909" y="97472"/>
                </a:lnTo>
                <a:lnTo>
                  <a:pt x="937666" y="85369"/>
                </a:lnTo>
                <a:lnTo>
                  <a:pt x="920699" y="46799"/>
                </a:lnTo>
                <a:lnTo>
                  <a:pt x="878903" y="11455"/>
                </a:lnTo>
                <a:lnTo>
                  <a:pt x="825588" y="0"/>
                </a:lnTo>
                <a:lnTo>
                  <a:pt x="807885" y="1104"/>
                </a:lnTo>
                <a:lnTo>
                  <a:pt x="761707" y="17576"/>
                </a:lnTo>
                <a:lnTo>
                  <a:pt x="727951" y="51587"/>
                </a:lnTo>
                <a:lnTo>
                  <a:pt x="708888" y="99669"/>
                </a:lnTo>
                <a:lnTo>
                  <a:pt x="705231" y="137414"/>
                </a:lnTo>
                <a:lnTo>
                  <a:pt x="706158" y="157467"/>
                </a:lnTo>
                <a:lnTo>
                  <a:pt x="720115" y="210337"/>
                </a:lnTo>
                <a:lnTo>
                  <a:pt x="749820" y="249707"/>
                </a:lnTo>
                <a:lnTo>
                  <a:pt x="793407" y="272453"/>
                </a:lnTo>
                <a:lnTo>
                  <a:pt x="828548" y="276821"/>
                </a:lnTo>
                <a:lnTo>
                  <a:pt x="846950" y="275640"/>
                </a:lnTo>
                <a:lnTo>
                  <a:pt x="896416" y="257327"/>
                </a:lnTo>
                <a:lnTo>
                  <a:pt x="931875" y="213144"/>
                </a:lnTo>
                <a:lnTo>
                  <a:pt x="939317" y="191884"/>
                </a:lnTo>
                <a:close/>
              </a:path>
              <a:path w="1251585" h="276859">
                <a:moveTo>
                  <a:pt x="1179855" y="272986"/>
                </a:moveTo>
                <a:lnTo>
                  <a:pt x="1166279" y="214947"/>
                </a:lnTo>
                <a:lnTo>
                  <a:pt x="1165148" y="209905"/>
                </a:lnTo>
                <a:lnTo>
                  <a:pt x="1162748" y="200812"/>
                </a:lnTo>
                <a:lnTo>
                  <a:pt x="1148524" y="165252"/>
                </a:lnTo>
                <a:lnTo>
                  <a:pt x="1119060" y="144005"/>
                </a:lnTo>
                <a:lnTo>
                  <a:pt x="1122565" y="143675"/>
                </a:lnTo>
                <a:lnTo>
                  <a:pt x="1157833" y="127139"/>
                </a:lnTo>
                <a:lnTo>
                  <a:pt x="1159154" y="125310"/>
                </a:lnTo>
                <a:lnTo>
                  <a:pt x="1164463" y="117970"/>
                </a:lnTo>
                <a:lnTo>
                  <a:pt x="1169200" y="107340"/>
                </a:lnTo>
                <a:lnTo>
                  <a:pt x="1172032" y="95262"/>
                </a:lnTo>
                <a:lnTo>
                  <a:pt x="1172984" y="81711"/>
                </a:lnTo>
                <a:lnTo>
                  <a:pt x="1172171" y="69532"/>
                </a:lnTo>
                <a:lnTo>
                  <a:pt x="1169758" y="58305"/>
                </a:lnTo>
                <a:lnTo>
                  <a:pt x="1165733" y="48044"/>
                </a:lnTo>
                <a:lnTo>
                  <a:pt x="1160259" y="38989"/>
                </a:lnTo>
                <a:lnTo>
                  <a:pt x="1160106" y="38722"/>
                </a:lnTo>
                <a:lnTo>
                  <a:pt x="1153172" y="30441"/>
                </a:lnTo>
                <a:lnTo>
                  <a:pt x="1145171" y="23317"/>
                </a:lnTo>
                <a:lnTo>
                  <a:pt x="1136116" y="17386"/>
                </a:lnTo>
                <a:lnTo>
                  <a:pt x="1135037" y="16891"/>
                </a:lnTo>
                <a:lnTo>
                  <a:pt x="1135037" y="82765"/>
                </a:lnTo>
                <a:lnTo>
                  <a:pt x="1134097" y="93319"/>
                </a:lnTo>
                <a:lnTo>
                  <a:pt x="1102055" y="122834"/>
                </a:lnTo>
                <a:lnTo>
                  <a:pt x="1078649" y="125310"/>
                </a:lnTo>
                <a:lnTo>
                  <a:pt x="1017295" y="125310"/>
                </a:lnTo>
                <a:lnTo>
                  <a:pt x="1017295" y="38989"/>
                </a:lnTo>
                <a:lnTo>
                  <a:pt x="1076477" y="38989"/>
                </a:lnTo>
                <a:lnTo>
                  <a:pt x="1119466" y="49339"/>
                </a:lnTo>
                <a:lnTo>
                  <a:pt x="1135037" y="82765"/>
                </a:lnTo>
                <a:lnTo>
                  <a:pt x="1135037" y="16891"/>
                </a:lnTo>
                <a:lnTo>
                  <a:pt x="1091361" y="4711"/>
                </a:lnTo>
                <a:lnTo>
                  <a:pt x="1078649" y="4178"/>
                </a:lnTo>
                <a:lnTo>
                  <a:pt x="980224" y="4178"/>
                </a:lnTo>
                <a:lnTo>
                  <a:pt x="980224" y="272986"/>
                </a:lnTo>
                <a:lnTo>
                  <a:pt x="1017295" y="272986"/>
                </a:lnTo>
                <a:lnTo>
                  <a:pt x="1017295" y="160032"/>
                </a:lnTo>
                <a:lnTo>
                  <a:pt x="1084821" y="160032"/>
                </a:lnTo>
                <a:lnTo>
                  <a:pt x="1115898" y="182308"/>
                </a:lnTo>
                <a:lnTo>
                  <a:pt x="1140955" y="272986"/>
                </a:lnTo>
                <a:lnTo>
                  <a:pt x="1179855" y="272986"/>
                </a:lnTo>
                <a:close/>
              </a:path>
              <a:path w="1251585" h="276859">
                <a:moveTo>
                  <a:pt x="1251216" y="4178"/>
                </a:moveTo>
                <a:lnTo>
                  <a:pt x="1214145" y="4178"/>
                </a:lnTo>
                <a:lnTo>
                  <a:pt x="1214145" y="272986"/>
                </a:lnTo>
                <a:lnTo>
                  <a:pt x="1251216" y="272986"/>
                </a:lnTo>
                <a:lnTo>
                  <a:pt x="1251216" y="4178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3694" y="578687"/>
            <a:ext cx="1037590" cy="276860"/>
          </a:xfrm>
          <a:custGeom>
            <a:avLst/>
            <a:gdLst/>
            <a:ahLst/>
            <a:cxnLst/>
            <a:rect l="l" t="t" r="r" b="b"/>
            <a:pathLst>
              <a:path w="1037589" h="276859">
                <a:moveTo>
                  <a:pt x="195021" y="88506"/>
                </a:moveTo>
                <a:lnTo>
                  <a:pt x="181965" y="41516"/>
                </a:lnTo>
                <a:lnTo>
                  <a:pt x="156730" y="18059"/>
                </a:lnTo>
                <a:lnTo>
                  <a:pt x="156730" y="89547"/>
                </a:lnTo>
                <a:lnTo>
                  <a:pt x="155740" y="101600"/>
                </a:lnTo>
                <a:lnTo>
                  <a:pt x="131889" y="133197"/>
                </a:lnTo>
                <a:lnTo>
                  <a:pt x="91821" y="140195"/>
                </a:lnTo>
                <a:lnTo>
                  <a:pt x="37071" y="140195"/>
                </a:lnTo>
                <a:lnTo>
                  <a:pt x="37071" y="38989"/>
                </a:lnTo>
                <a:lnTo>
                  <a:pt x="96774" y="38989"/>
                </a:lnTo>
                <a:lnTo>
                  <a:pt x="141325" y="51777"/>
                </a:lnTo>
                <a:lnTo>
                  <a:pt x="156730" y="89547"/>
                </a:lnTo>
                <a:lnTo>
                  <a:pt x="156730" y="18059"/>
                </a:lnTo>
                <a:lnTo>
                  <a:pt x="112814" y="4749"/>
                </a:lnTo>
                <a:lnTo>
                  <a:pt x="100342" y="4178"/>
                </a:lnTo>
                <a:lnTo>
                  <a:pt x="0" y="4178"/>
                </a:lnTo>
                <a:lnTo>
                  <a:pt x="0" y="272986"/>
                </a:lnTo>
                <a:lnTo>
                  <a:pt x="37071" y="272986"/>
                </a:lnTo>
                <a:lnTo>
                  <a:pt x="37071" y="175793"/>
                </a:lnTo>
                <a:lnTo>
                  <a:pt x="95732" y="175437"/>
                </a:lnTo>
                <a:lnTo>
                  <a:pt x="134366" y="170027"/>
                </a:lnTo>
                <a:lnTo>
                  <a:pt x="174358" y="146456"/>
                </a:lnTo>
                <a:lnTo>
                  <a:pt x="179336" y="140195"/>
                </a:lnTo>
                <a:lnTo>
                  <a:pt x="181622" y="137325"/>
                </a:lnTo>
                <a:lnTo>
                  <a:pt x="187490" y="126898"/>
                </a:lnTo>
                <a:lnTo>
                  <a:pt x="191668" y="115290"/>
                </a:lnTo>
                <a:lnTo>
                  <a:pt x="194183" y="102489"/>
                </a:lnTo>
                <a:lnTo>
                  <a:pt x="194246" y="101600"/>
                </a:lnTo>
                <a:lnTo>
                  <a:pt x="195021" y="88506"/>
                </a:lnTo>
                <a:close/>
              </a:path>
              <a:path w="1037589" h="276859">
                <a:moveTo>
                  <a:pt x="428599" y="3708"/>
                </a:moveTo>
                <a:lnTo>
                  <a:pt x="217131" y="3708"/>
                </a:lnTo>
                <a:lnTo>
                  <a:pt x="217131" y="39268"/>
                </a:lnTo>
                <a:lnTo>
                  <a:pt x="304330" y="39268"/>
                </a:lnTo>
                <a:lnTo>
                  <a:pt x="304330" y="272948"/>
                </a:lnTo>
                <a:lnTo>
                  <a:pt x="341655" y="272948"/>
                </a:lnTo>
                <a:lnTo>
                  <a:pt x="341655" y="39268"/>
                </a:lnTo>
                <a:lnTo>
                  <a:pt x="428599" y="39268"/>
                </a:lnTo>
                <a:lnTo>
                  <a:pt x="428599" y="3708"/>
                </a:lnTo>
                <a:close/>
              </a:path>
              <a:path w="1037589" h="276859">
                <a:moveTo>
                  <a:pt x="493776" y="4178"/>
                </a:moveTo>
                <a:lnTo>
                  <a:pt x="456704" y="4178"/>
                </a:lnTo>
                <a:lnTo>
                  <a:pt x="456704" y="272986"/>
                </a:lnTo>
                <a:lnTo>
                  <a:pt x="493776" y="272986"/>
                </a:lnTo>
                <a:lnTo>
                  <a:pt x="493776" y="4178"/>
                </a:lnTo>
                <a:close/>
              </a:path>
              <a:path w="1037589" h="276859">
                <a:moveTo>
                  <a:pt x="781989" y="136893"/>
                </a:moveTo>
                <a:lnTo>
                  <a:pt x="781088" y="118491"/>
                </a:lnTo>
                <a:lnTo>
                  <a:pt x="781075" y="118351"/>
                </a:lnTo>
                <a:lnTo>
                  <a:pt x="778383" y="100812"/>
                </a:lnTo>
                <a:lnTo>
                  <a:pt x="778319" y="100596"/>
                </a:lnTo>
                <a:lnTo>
                  <a:pt x="773874" y="83947"/>
                </a:lnTo>
                <a:lnTo>
                  <a:pt x="749820" y="39776"/>
                </a:lnTo>
                <a:lnTo>
                  <a:pt x="744054" y="33896"/>
                </a:lnTo>
                <a:lnTo>
                  <a:pt x="744054" y="136893"/>
                </a:lnTo>
                <a:lnTo>
                  <a:pt x="743445" y="151841"/>
                </a:lnTo>
                <a:lnTo>
                  <a:pt x="734301" y="191185"/>
                </a:lnTo>
                <a:lnTo>
                  <a:pt x="728789" y="202412"/>
                </a:lnTo>
                <a:lnTo>
                  <a:pt x="722337" y="212051"/>
                </a:lnTo>
                <a:lnTo>
                  <a:pt x="685025" y="237744"/>
                </a:lnTo>
                <a:lnTo>
                  <a:pt x="660425" y="241058"/>
                </a:lnTo>
                <a:lnTo>
                  <a:pt x="647534" y="240233"/>
                </a:lnTo>
                <a:lnTo>
                  <a:pt x="606069" y="220776"/>
                </a:lnTo>
                <a:lnTo>
                  <a:pt x="581964" y="178981"/>
                </a:lnTo>
                <a:lnTo>
                  <a:pt x="576453" y="136893"/>
                </a:lnTo>
                <a:lnTo>
                  <a:pt x="577062" y="122656"/>
                </a:lnTo>
                <a:lnTo>
                  <a:pt x="586282" y="84670"/>
                </a:lnTo>
                <a:lnTo>
                  <a:pt x="614908" y="48729"/>
                </a:lnTo>
                <a:lnTo>
                  <a:pt x="660425" y="35763"/>
                </a:lnTo>
                <a:lnTo>
                  <a:pt x="673201" y="36576"/>
                </a:lnTo>
                <a:lnTo>
                  <a:pt x="714387" y="55816"/>
                </a:lnTo>
                <a:lnTo>
                  <a:pt x="738466" y="96558"/>
                </a:lnTo>
                <a:lnTo>
                  <a:pt x="744054" y="136893"/>
                </a:lnTo>
                <a:lnTo>
                  <a:pt x="744054" y="33896"/>
                </a:lnTo>
                <a:lnTo>
                  <a:pt x="711073" y="10287"/>
                </a:lnTo>
                <a:lnTo>
                  <a:pt x="660425" y="0"/>
                </a:lnTo>
                <a:lnTo>
                  <a:pt x="642162" y="1143"/>
                </a:lnTo>
                <a:lnTo>
                  <a:pt x="594893" y="18275"/>
                </a:lnTo>
                <a:lnTo>
                  <a:pt x="560781" y="52933"/>
                </a:lnTo>
                <a:lnTo>
                  <a:pt x="541794" y="100596"/>
                </a:lnTo>
                <a:lnTo>
                  <a:pt x="539064" y="118351"/>
                </a:lnTo>
                <a:lnTo>
                  <a:pt x="539064" y="118491"/>
                </a:lnTo>
                <a:lnTo>
                  <a:pt x="538162" y="136893"/>
                </a:lnTo>
                <a:lnTo>
                  <a:pt x="546227" y="191681"/>
                </a:lnTo>
                <a:lnTo>
                  <a:pt x="570204" y="236524"/>
                </a:lnTo>
                <a:lnTo>
                  <a:pt x="609079" y="266446"/>
                </a:lnTo>
                <a:lnTo>
                  <a:pt x="660425" y="276821"/>
                </a:lnTo>
                <a:lnTo>
                  <a:pt x="678675" y="275666"/>
                </a:lnTo>
                <a:lnTo>
                  <a:pt x="725868" y="258368"/>
                </a:lnTo>
                <a:lnTo>
                  <a:pt x="759866" y="223126"/>
                </a:lnTo>
                <a:lnTo>
                  <a:pt x="778446" y="174371"/>
                </a:lnTo>
                <a:lnTo>
                  <a:pt x="781113" y="156133"/>
                </a:lnTo>
                <a:lnTo>
                  <a:pt x="781989" y="136893"/>
                </a:lnTo>
                <a:close/>
              </a:path>
              <a:path w="1037589" h="276859">
                <a:moveTo>
                  <a:pt x="1037145" y="4178"/>
                </a:moveTo>
                <a:lnTo>
                  <a:pt x="999553" y="4178"/>
                </a:lnTo>
                <a:lnTo>
                  <a:pt x="1004036" y="238239"/>
                </a:lnTo>
                <a:lnTo>
                  <a:pt x="893546" y="35598"/>
                </a:lnTo>
                <a:lnTo>
                  <a:pt x="876414" y="4178"/>
                </a:lnTo>
                <a:lnTo>
                  <a:pt x="824293" y="4178"/>
                </a:lnTo>
                <a:lnTo>
                  <a:pt x="824293" y="272986"/>
                </a:lnTo>
                <a:lnTo>
                  <a:pt x="861364" y="272986"/>
                </a:lnTo>
                <a:lnTo>
                  <a:pt x="857046" y="37871"/>
                </a:lnTo>
                <a:lnTo>
                  <a:pt x="985278" y="272986"/>
                </a:lnTo>
                <a:lnTo>
                  <a:pt x="1037145" y="272986"/>
                </a:lnTo>
                <a:lnTo>
                  <a:pt x="1037145" y="240093"/>
                </a:lnTo>
                <a:lnTo>
                  <a:pt x="1037145" y="4178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09104" y="1485839"/>
            <a:ext cx="7520940" cy="245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265" dirty="0">
                <a:solidFill>
                  <a:srgbClr val="1B2A24"/>
                </a:solidFill>
                <a:latin typeface="Arial"/>
                <a:cs typeface="Arial"/>
              </a:rPr>
              <a:t>h</a:t>
            </a:r>
            <a:r>
              <a:rPr sz="1400" spc="2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00" spc="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1B2A24"/>
                </a:solidFill>
                <a:latin typeface="Arial"/>
                <a:cs typeface="Arial"/>
              </a:rPr>
              <a:t>da</a:t>
            </a:r>
            <a:r>
              <a:rPr sz="1450" spc="-4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400" spc="-4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4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400" spc="-4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4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450" spc="-2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ont</a:t>
            </a:r>
            <a:r>
              <a:rPr sz="1400" spc="-6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ins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8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400" spc="-85" dirty="0">
                <a:solidFill>
                  <a:srgbClr val="1B2A24"/>
                </a:solidFill>
                <a:latin typeface="Arial"/>
                <a:cs typeface="Arial"/>
              </a:rPr>
              <a:t>ea</a:t>
            </a:r>
            <a:r>
              <a:rPr sz="1450" spc="-85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4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p</a:t>
            </a: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rson</a:t>
            </a: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4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tr</a:t>
            </a:r>
            <a:r>
              <a:rPr sz="1400" spc="-6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ns</a:t>
            </a:r>
            <a:r>
              <a:rPr sz="1400" spc="-60" dirty="0">
                <a:solidFill>
                  <a:srgbClr val="1B2A24"/>
                </a:solidFill>
                <a:latin typeface="Arial"/>
                <a:cs typeface="Arial"/>
              </a:rPr>
              <a:t>ac</a:t>
            </a:r>
            <a:r>
              <a:rPr sz="1450" spc="-60" dirty="0">
                <a:solidFill>
                  <a:srgbClr val="1B2A24"/>
                </a:solidFill>
                <a:latin typeface="Arial"/>
                <a:cs typeface="Arial"/>
              </a:rPr>
              <a:t>tion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400" spc="-55" dirty="0">
                <a:solidFill>
                  <a:srgbClr val="1B2A24"/>
                </a:solidFill>
                <a:latin typeface="Arial"/>
                <a:cs typeface="Arial"/>
              </a:rPr>
              <a:t>ec</a:t>
            </a:r>
            <a:r>
              <a:rPr sz="1450" spc="-55" dirty="0">
                <a:solidFill>
                  <a:srgbClr val="1B2A24"/>
                </a:solidFill>
                <a:latin typeface="Arial"/>
                <a:cs typeface="Arial"/>
              </a:rPr>
              <a:t>or</a:t>
            </a:r>
            <a:r>
              <a:rPr sz="1400" spc="-5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450" spc="-5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85" dirty="0">
                <a:solidFill>
                  <a:srgbClr val="1B2A24"/>
                </a:solidFill>
                <a:latin typeface="Arial"/>
                <a:cs typeface="Arial"/>
              </a:rPr>
              <a:t>us</a:t>
            </a:r>
            <a:r>
              <a:rPr sz="1400" spc="-85" dirty="0">
                <a:solidFill>
                  <a:srgbClr val="1B2A24"/>
                </a:solidFill>
                <a:latin typeface="Arial"/>
                <a:cs typeface="Arial"/>
              </a:rPr>
              <a:t>ed</a:t>
            </a:r>
            <a:r>
              <a:rPr sz="1400" spc="1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1B2A24"/>
                </a:solidFill>
                <a:latin typeface="Arial"/>
                <a:cs typeface="Arial"/>
              </a:rPr>
              <a:t>to </a:t>
            </a:r>
            <a:r>
              <a:rPr sz="1400" spc="-9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9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00" spc="-9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90" dirty="0">
                <a:solidFill>
                  <a:srgbClr val="1B2A24"/>
                </a:solidFill>
                <a:latin typeface="Arial"/>
                <a:cs typeface="Arial"/>
              </a:rPr>
              <a:t>lyz</a:t>
            </a:r>
            <a:r>
              <a:rPr sz="1400" spc="-9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00" spc="5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sp</a:t>
            </a: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ing</a:t>
            </a:r>
            <a:r>
              <a:rPr sz="1450" spc="-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00" spc="-7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400" spc="1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50" spc="-8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400" spc="-8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85" dirty="0">
                <a:solidFill>
                  <a:srgbClr val="1B2A24"/>
                </a:solidFill>
                <a:latin typeface="Arial"/>
                <a:cs typeface="Arial"/>
              </a:rPr>
              <a:t>ving</a:t>
            </a:r>
            <a:r>
              <a:rPr sz="1450" spc="-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B2A24"/>
                </a:solidFill>
                <a:latin typeface="Arial"/>
                <a:cs typeface="Arial"/>
              </a:rPr>
              <a:t>be</a:t>
            </a:r>
            <a:r>
              <a:rPr sz="1450" spc="-10" dirty="0">
                <a:solidFill>
                  <a:srgbClr val="1B2A24"/>
                </a:solidFill>
                <a:latin typeface="Arial"/>
                <a:cs typeface="Arial"/>
              </a:rPr>
              <a:t>h</a:t>
            </a:r>
            <a:r>
              <a:rPr sz="1400" spc="-1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10" dirty="0">
                <a:solidFill>
                  <a:srgbClr val="1B2A24"/>
                </a:solidFill>
                <a:latin typeface="Arial"/>
                <a:cs typeface="Arial"/>
              </a:rPr>
              <a:t>vior</a:t>
            </a:r>
            <a:r>
              <a:rPr sz="1350" spc="-1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31420" y="2030528"/>
            <a:ext cx="300355" cy="109220"/>
            <a:chOff x="731420" y="2030528"/>
            <a:chExt cx="300355" cy="1092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420" y="2030528"/>
              <a:ext cx="84988" cy="1092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7240" y="2030528"/>
              <a:ext cx="72615" cy="10920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2808" y="2030528"/>
              <a:ext cx="98493" cy="10920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099006" y="2029079"/>
            <a:ext cx="810260" cy="112395"/>
            <a:chOff x="1099006" y="2029079"/>
            <a:chExt cx="810260" cy="11239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9006" y="2030529"/>
              <a:ext cx="70706" cy="1092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3687" y="2030529"/>
              <a:ext cx="72615" cy="10920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0563" y="2030529"/>
              <a:ext cx="187844" cy="10941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05143" y="2030529"/>
              <a:ext cx="85908" cy="11076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22102" y="2030529"/>
              <a:ext cx="81100" cy="10920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7922" y="2030529"/>
              <a:ext cx="72615" cy="10920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28403" y="2029079"/>
              <a:ext cx="80322" cy="112104"/>
            </a:xfrm>
            <a:prstGeom prst="rect">
              <a:avLst/>
            </a:prstGeom>
          </p:spPr>
        </p:pic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35254" y="2281745"/>
          <a:ext cx="9384029" cy="2003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5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8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50" spc="-7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Transaction</a:t>
                      </a:r>
                      <a:r>
                        <a:rPr sz="1250" spc="-7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6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date</a:t>
                      </a:r>
                      <a:r>
                        <a:rPr sz="1150" spc="-65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150" spc="10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9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used</a:t>
                      </a:r>
                      <a:r>
                        <a:rPr sz="1250" spc="-9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5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250" spc="-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monthly</a:t>
                      </a:r>
                      <a:r>
                        <a:rPr sz="1250" spc="-3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5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trend</a:t>
                      </a:r>
                      <a:r>
                        <a:rPr sz="1250" spc="-9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analysis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50" spc="-1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Type</a:t>
                      </a:r>
                      <a:r>
                        <a:rPr sz="125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3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250" spc="-9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1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expense</a:t>
                      </a:r>
                      <a:r>
                        <a:rPr sz="125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-35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1250" spc="-3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food</a:t>
                      </a:r>
                      <a:r>
                        <a:rPr sz="1150" spc="-35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150" spc="-10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3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travel</a:t>
                      </a:r>
                      <a:r>
                        <a:rPr sz="1150" spc="-35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150" spc="-5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4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bills</a:t>
                      </a:r>
                      <a:r>
                        <a:rPr sz="1150" spc="-40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150" spc="-10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7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shopping</a:t>
                      </a:r>
                      <a:r>
                        <a:rPr sz="1150" spc="-70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150" spc="-10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etc</a:t>
                      </a:r>
                      <a:r>
                        <a:rPr sz="1150" spc="-20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.)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50" spc="-9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Value</a:t>
                      </a:r>
                      <a:r>
                        <a:rPr sz="1250" spc="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3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250" spc="-9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7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each</a:t>
                      </a:r>
                      <a:r>
                        <a:rPr sz="1250" spc="-8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transaction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50" spc="-8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Cash</a:t>
                      </a:r>
                      <a:r>
                        <a:rPr sz="1150" spc="-85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150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9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UPI</a:t>
                      </a:r>
                      <a:r>
                        <a:rPr sz="1150" spc="-95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150" spc="5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card</a:t>
                      </a:r>
                      <a:r>
                        <a:rPr sz="1150" spc="-50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150" spc="5" dirty="0">
                          <a:solidFill>
                            <a:srgbClr val="1B2A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sz="1250" spc="-1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net</a:t>
                      </a:r>
                      <a:r>
                        <a:rPr sz="1250" spc="-8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banking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50" spc="-5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Monthly</a:t>
                      </a:r>
                      <a:r>
                        <a:rPr sz="1250" spc="-3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8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income</a:t>
                      </a:r>
                      <a:r>
                        <a:rPr sz="1250" spc="3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9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used</a:t>
                      </a:r>
                      <a:r>
                        <a:rPr sz="1250" spc="-95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3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250" spc="-9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6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calculate</a:t>
                      </a:r>
                      <a:r>
                        <a:rPr sz="1250" spc="3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10" dirty="0">
                          <a:solidFill>
                            <a:srgbClr val="1B2A24"/>
                          </a:solidFill>
                          <a:latin typeface="Arial"/>
                          <a:cs typeface="Arial"/>
                        </a:rPr>
                        <a:t>savings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8E3DE"/>
                      </a:solidFill>
                      <a:prstDash val="solid"/>
                    </a:lnL>
                    <a:lnR w="12700">
                      <a:solidFill>
                        <a:srgbClr val="D8E3DE"/>
                      </a:solidFill>
                      <a:prstDash val="solid"/>
                    </a:lnR>
                    <a:lnT w="12700">
                      <a:solidFill>
                        <a:srgbClr val="D8E3DE"/>
                      </a:solidFill>
                      <a:prstDash val="solid"/>
                    </a:lnT>
                    <a:lnB w="12700">
                      <a:solidFill>
                        <a:srgbClr val="D8E3DE"/>
                      </a:solidFill>
                      <a:prstDash val="solid"/>
                    </a:lnB>
                    <a:solidFill>
                      <a:srgbClr val="F2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1420" y="2430859"/>
            <a:ext cx="290945" cy="11143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28309" y="2830837"/>
            <a:ext cx="583492" cy="14155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22476" y="3233536"/>
            <a:ext cx="502621" cy="11076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31420" y="3631781"/>
            <a:ext cx="957542" cy="14261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31420" y="4035541"/>
            <a:ext cx="458377" cy="110761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80701" y="122682"/>
            <a:ext cx="962405" cy="962405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9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7469" y="581215"/>
            <a:ext cx="878205" cy="270510"/>
          </a:xfrm>
          <a:custGeom>
            <a:avLst/>
            <a:gdLst/>
            <a:ahLst/>
            <a:cxnLst/>
            <a:rect l="l" t="t" r="r" b="b"/>
            <a:pathLst>
              <a:path w="878205" h="270509">
                <a:moveTo>
                  <a:pt x="226352" y="131318"/>
                </a:moveTo>
                <a:lnTo>
                  <a:pt x="217690" y="77127"/>
                </a:lnTo>
                <a:lnTo>
                  <a:pt x="192328" y="35306"/>
                </a:lnTo>
                <a:lnTo>
                  <a:pt x="188328" y="31737"/>
                </a:lnTo>
                <a:lnTo>
                  <a:pt x="188328" y="132359"/>
                </a:lnTo>
                <a:lnTo>
                  <a:pt x="186677" y="157784"/>
                </a:lnTo>
                <a:lnTo>
                  <a:pt x="173494" y="197205"/>
                </a:lnTo>
                <a:lnTo>
                  <a:pt x="129641" y="229285"/>
                </a:lnTo>
                <a:lnTo>
                  <a:pt x="85458" y="235305"/>
                </a:lnTo>
                <a:lnTo>
                  <a:pt x="37071" y="235305"/>
                </a:lnTo>
                <a:lnTo>
                  <a:pt x="37071" y="34544"/>
                </a:lnTo>
                <a:lnTo>
                  <a:pt x="94424" y="34544"/>
                </a:lnTo>
                <a:lnTo>
                  <a:pt x="134327" y="40957"/>
                </a:lnTo>
                <a:lnTo>
                  <a:pt x="174561" y="74358"/>
                </a:lnTo>
                <a:lnTo>
                  <a:pt x="186905" y="111975"/>
                </a:lnTo>
                <a:lnTo>
                  <a:pt x="188328" y="132359"/>
                </a:lnTo>
                <a:lnTo>
                  <a:pt x="188328" y="31737"/>
                </a:lnTo>
                <a:lnTo>
                  <a:pt x="152234" y="8953"/>
                </a:lnTo>
                <a:lnTo>
                  <a:pt x="100164" y="0"/>
                </a:lnTo>
                <a:lnTo>
                  <a:pt x="0" y="0"/>
                </a:lnTo>
                <a:lnTo>
                  <a:pt x="0" y="270459"/>
                </a:lnTo>
                <a:lnTo>
                  <a:pt x="90855" y="270459"/>
                </a:lnTo>
                <a:lnTo>
                  <a:pt x="146507" y="261912"/>
                </a:lnTo>
                <a:lnTo>
                  <a:pt x="189534" y="236270"/>
                </a:lnTo>
                <a:lnTo>
                  <a:pt x="190334" y="235305"/>
                </a:lnTo>
                <a:lnTo>
                  <a:pt x="205651" y="216877"/>
                </a:lnTo>
                <a:lnTo>
                  <a:pt x="217144" y="192925"/>
                </a:lnTo>
                <a:lnTo>
                  <a:pt x="224053" y="164401"/>
                </a:lnTo>
                <a:lnTo>
                  <a:pt x="226352" y="131318"/>
                </a:lnTo>
                <a:close/>
              </a:path>
              <a:path w="878205" h="270509">
                <a:moveTo>
                  <a:pt x="480898" y="270459"/>
                </a:moveTo>
                <a:lnTo>
                  <a:pt x="450964" y="193535"/>
                </a:lnTo>
                <a:lnTo>
                  <a:pt x="437476" y="158902"/>
                </a:lnTo>
                <a:lnTo>
                  <a:pt x="400100" y="62852"/>
                </a:lnTo>
                <a:lnTo>
                  <a:pt x="400100" y="158902"/>
                </a:lnTo>
                <a:lnTo>
                  <a:pt x="311162" y="158902"/>
                </a:lnTo>
                <a:lnTo>
                  <a:pt x="355447" y="35610"/>
                </a:lnTo>
                <a:lnTo>
                  <a:pt x="400100" y="158902"/>
                </a:lnTo>
                <a:lnTo>
                  <a:pt x="400100" y="62852"/>
                </a:lnTo>
                <a:lnTo>
                  <a:pt x="388988" y="34290"/>
                </a:lnTo>
                <a:lnTo>
                  <a:pt x="376288" y="1651"/>
                </a:lnTo>
                <a:lnTo>
                  <a:pt x="334949" y="1651"/>
                </a:lnTo>
                <a:lnTo>
                  <a:pt x="230530" y="270459"/>
                </a:lnTo>
                <a:lnTo>
                  <a:pt x="271081" y="270459"/>
                </a:lnTo>
                <a:lnTo>
                  <a:pt x="298716" y="193535"/>
                </a:lnTo>
                <a:lnTo>
                  <a:pt x="412648" y="193535"/>
                </a:lnTo>
                <a:lnTo>
                  <a:pt x="440512" y="270459"/>
                </a:lnTo>
                <a:lnTo>
                  <a:pt x="480898" y="270459"/>
                </a:lnTo>
                <a:close/>
              </a:path>
              <a:path w="878205" h="270509">
                <a:moveTo>
                  <a:pt x="661250" y="1181"/>
                </a:moveTo>
                <a:lnTo>
                  <a:pt x="449783" y="1181"/>
                </a:lnTo>
                <a:lnTo>
                  <a:pt x="449783" y="36741"/>
                </a:lnTo>
                <a:lnTo>
                  <a:pt x="536981" y="36741"/>
                </a:lnTo>
                <a:lnTo>
                  <a:pt x="536981" y="270421"/>
                </a:lnTo>
                <a:lnTo>
                  <a:pt x="574306" y="270421"/>
                </a:lnTo>
                <a:lnTo>
                  <a:pt x="574306" y="36741"/>
                </a:lnTo>
                <a:lnTo>
                  <a:pt x="661250" y="36741"/>
                </a:lnTo>
                <a:lnTo>
                  <a:pt x="661250" y="1181"/>
                </a:lnTo>
                <a:close/>
              </a:path>
              <a:path w="878205" h="270509">
                <a:moveTo>
                  <a:pt x="877671" y="270459"/>
                </a:moveTo>
                <a:lnTo>
                  <a:pt x="847737" y="193535"/>
                </a:lnTo>
                <a:lnTo>
                  <a:pt x="834263" y="158902"/>
                </a:lnTo>
                <a:lnTo>
                  <a:pt x="796886" y="62852"/>
                </a:lnTo>
                <a:lnTo>
                  <a:pt x="796886" y="158902"/>
                </a:lnTo>
                <a:lnTo>
                  <a:pt x="707936" y="158902"/>
                </a:lnTo>
                <a:lnTo>
                  <a:pt x="752233" y="35610"/>
                </a:lnTo>
                <a:lnTo>
                  <a:pt x="796886" y="158902"/>
                </a:lnTo>
                <a:lnTo>
                  <a:pt x="796886" y="62852"/>
                </a:lnTo>
                <a:lnTo>
                  <a:pt x="785774" y="34290"/>
                </a:lnTo>
                <a:lnTo>
                  <a:pt x="773074" y="1651"/>
                </a:lnTo>
                <a:lnTo>
                  <a:pt x="731735" y="1651"/>
                </a:lnTo>
                <a:lnTo>
                  <a:pt x="627303" y="270459"/>
                </a:lnTo>
                <a:lnTo>
                  <a:pt x="667867" y="270459"/>
                </a:lnTo>
                <a:lnTo>
                  <a:pt x="695502" y="193535"/>
                </a:lnTo>
                <a:lnTo>
                  <a:pt x="809434" y="193535"/>
                </a:lnTo>
                <a:lnTo>
                  <a:pt x="837298" y="270459"/>
                </a:lnTo>
                <a:lnTo>
                  <a:pt x="877671" y="270459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42108" y="578687"/>
            <a:ext cx="2407285" cy="276860"/>
          </a:xfrm>
          <a:custGeom>
            <a:avLst/>
            <a:gdLst/>
            <a:ahLst/>
            <a:cxnLst/>
            <a:rect l="l" t="t" r="r" b="b"/>
            <a:pathLst>
              <a:path w="2407285" h="276859">
                <a:moveTo>
                  <a:pt x="195008" y="88506"/>
                </a:moveTo>
                <a:lnTo>
                  <a:pt x="181965" y="41516"/>
                </a:lnTo>
                <a:lnTo>
                  <a:pt x="156730" y="18059"/>
                </a:lnTo>
                <a:lnTo>
                  <a:pt x="156730" y="89547"/>
                </a:lnTo>
                <a:lnTo>
                  <a:pt x="155740" y="101600"/>
                </a:lnTo>
                <a:lnTo>
                  <a:pt x="131876" y="133197"/>
                </a:lnTo>
                <a:lnTo>
                  <a:pt x="91808" y="140195"/>
                </a:lnTo>
                <a:lnTo>
                  <a:pt x="37071" y="140195"/>
                </a:lnTo>
                <a:lnTo>
                  <a:pt x="37071" y="38989"/>
                </a:lnTo>
                <a:lnTo>
                  <a:pt x="96761" y="38989"/>
                </a:lnTo>
                <a:lnTo>
                  <a:pt x="141325" y="51777"/>
                </a:lnTo>
                <a:lnTo>
                  <a:pt x="156730" y="89547"/>
                </a:lnTo>
                <a:lnTo>
                  <a:pt x="156730" y="18059"/>
                </a:lnTo>
                <a:lnTo>
                  <a:pt x="112801" y="4749"/>
                </a:lnTo>
                <a:lnTo>
                  <a:pt x="100330" y="4178"/>
                </a:lnTo>
                <a:lnTo>
                  <a:pt x="0" y="4178"/>
                </a:lnTo>
                <a:lnTo>
                  <a:pt x="0" y="272986"/>
                </a:lnTo>
                <a:lnTo>
                  <a:pt x="37071" y="272986"/>
                </a:lnTo>
                <a:lnTo>
                  <a:pt x="37071" y="175793"/>
                </a:lnTo>
                <a:lnTo>
                  <a:pt x="95719" y="175437"/>
                </a:lnTo>
                <a:lnTo>
                  <a:pt x="134366" y="170027"/>
                </a:lnTo>
                <a:lnTo>
                  <a:pt x="174358" y="146456"/>
                </a:lnTo>
                <a:lnTo>
                  <a:pt x="194183" y="102489"/>
                </a:lnTo>
                <a:lnTo>
                  <a:pt x="194233" y="101600"/>
                </a:lnTo>
                <a:lnTo>
                  <a:pt x="195008" y="88506"/>
                </a:lnTo>
                <a:close/>
              </a:path>
              <a:path w="2407285" h="276859">
                <a:moveTo>
                  <a:pt x="433539" y="272986"/>
                </a:moveTo>
                <a:lnTo>
                  <a:pt x="419963" y="214947"/>
                </a:lnTo>
                <a:lnTo>
                  <a:pt x="418833" y="209905"/>
                </a:lnTo>
                <a:lnTo>
                  <a:pt x="416445" y="200812"/>
                </a:lnTo>
                <a:lnTo>
                  <a:pt x="402221" y="165252"/>
                </a:lnTo>
                <a:lnTo>
                  <a:pt x="402094" y="165087"/>
                </a:lnTo>
                <a:lnTo>
                  <a:pt x="398576" y="160032"/>
                </a:lnTo>
                <a:lnTo>
                  <a:pt x="372745" y="144005"/>
                </a:lnTo>
                <a:lnTo>
                  <a:pt x="376250" y="143675"/>
                </a:lnTo>
                <a:lnTo>
                  <a:pt x="411530" y="127139"/>
                </a:lnTo>
                <a:lnTo>
                  <a:pt x="426669" y="81711"/>
                </a:lnTo>
                <a:lnTo>
                  <a:pt x="425869" y="69532"/>
                </a:lnTo>
                <a:lnTo>
                  <a:pt x="423456" y="58305"/>
                </a:lnTo>
                <a:lnTo>
                  <a:pt x="419430" y="48044"/>
                </a:lnTo>
                <a:lnTo>
                  <a:pt x="413943" y="38989"/>
                </a:lnTo>
                <a:lnTo>
                  <a:pt x="413791" y="38722"/>
                </a:lnTo>
                <a:lnTo>
                  <a:pt x="406857" y="30441"/>
                </a:lnTo>
                <a:lnTo>
                  <a:pt x="398868" y="23317"/>
                </a:lnTo>
                <a:lnTo>
                  <a:pt x="389801" y="17386"/>
                </a:lnTo>
                <a:lnTo>
                  <a:pt x="388734" y="16891"/>
                </a:lnTo>
                <a:lnTo>
                  <a:pt x="388734" y="82765"/>
                </a:lnTo>
                <a:lnTo>
                  <a:pt x="387781" y="93319"/>
                </a:lnTo>
                <a:lnTo>
                  <a:pt x="355752" y="122834"/>
                </a:lnTo>
                <a:lnTo>
                  <a:pt x="332333" y="125310"/>
                </a:lnTo>
                <a:lnTo>
                  <a:pt x="270979" y="125310"/>
                </a:lnTo>
                <a:lnTo>
                  <a:pt x="270979" y="38989"/>
                </a:lnTo>
                <a:lnTo>
                  <a:pt x="330161" y="38989"/>
                </a:lnTo>
                <a:lnTo>
                  <a:pt x="373151" y="49339"/>
                </a:lnTo>
                <a:lnTo>
                  <a:pt x="388734" y="82765"/>
                </a:lnTo>
                <a:lnTo>
                  <a:pt x="388734" y="16891"/>
                </a:lnTo>
                <a:lnTo>
                  <a:pt x="345059" y="4711"/>
                </a:lnTo>
                <a:lnTo>
                  <a:pt x="332333" y="4178"/>
                </a:lnTo>
                <a:lnTo>
                  <a:pt x="233908" y="4178"/>
                </a:lnTo>
                <a:lnTo>
                  <a:pt x="233908" y="272986"/>
                </a:lnTo>
                <a:lnTo>
                  <a:pt x="270979" y="272986"/>
                </a:lnTo>
                <a:lnTo>
                  <a:pt x="270979" y="160032"/>
                </a:lnTo>
                <a:lnTo>
                  <a:pt x="338518" y="160032"/>
                </a:lnTo>
                <a:lnTo>
                  <a:pt x="369582" y="182308"/>
                </a:lnTo>
                <a:lnTo>
                  <a:pt x="394639" y="272986"/>
                </a:lnTo>
                <a:lnTo>
                  <a:pt x="433539" y="272986"/>
                </a:lnTo>
                <a:close/>
              </a:path>
              <a:path w="2407285" h="276859">
                <a:moveTo>
                  <a:pt x="646582" y="3708"/>
                </a:moveTo>
                <a:lnTo>
                  <a:pt x="467829" y="3708"/>
                </a:lnTo>
                <a:lnTo>
                  <a:pt x="467829" y="39268"/>
                </a:lnTo>
                <a:lnTo>
                  <a:pt x="467829" y="114198"/>
                </a:lnTo>
                <a:lnTo>
                  <a:pt x="467829" y="149758"/>
                </a:lnTo>
                <a:lnTo>
                  <a:pt x="467829" y="238658"/>
                </a:lnTo>
                <a:lnTo>
                  <a:pt x="467829" y="272948"/>
                </a:lnTo>
                <a:lnTo>
                  <a:pt x="646582" y="272948"/>
                </a:lnTo>
                <a:lnTo>
                  <a:pt x="646582" y="238658"/>
                </a:lnTo>
                <a:lnTo>
                  <a:pt x="505421" y="238658"/>
                </a:lnTo>
                <a:lnTo>
                  <a:pt x="505421" y="149758"/>
                </a:lnTo>
                <a:lnTo>
                  <a:pt x="636308" y="149758"/>
                </a:lnTo>
                <a:lnTo>
                  <a:pt x="636308" y="114198"/>
                </a:lnTo>
                <a:lnTo>
                  <a:pt x="505421" y="114198"/>
                </a:lnTo>
                <a:lnTo>
                  <a:pt x="505421" y="39268"/>
                </a:lnTo>
                <a:lnTo>
                  <a:pt x="646582" y="39268"/>
                </a:lnTo>
                <a:lnTo>
                  <a:pt x="646582" y="3708"/>
                </a:lnTo>
                <a:close/>
              </a:path>
              <a:path w="2407285" h="276859">
                <a:moveTo>
                  <a:pt x="885634" y="88506"/>
                </a:moveTo>
                <a:lnTo>
                  <a:pt x="872578" y="41516"/>
                </a:lnTo>
                <a:lnTo>
                  <a:pt x="870585" y="38989"/>
                </a:lnTo>
                <a:lnTo>
                  <a:pt x="865555" y="32600"/>
                </a:lnTo>
                <a:lnTo>
                  <a:pt x="857440" y="24930"/>
                </a:lnTo>
                <a:lnTo>
                  <a:pt x="848233" y="18503"/>
                </a:lnTo>
                <a:lnTo>
                  <a:pt x="847344" y="18059"/>
                </a:lnTo>
                <a:lnTo>
                  <a:pt x="847344" y="89547"/>
                </a:lnTo>
                <a:lnTo>
                  <a:pt x="846353" y="101600"/>
                </a:lnTo>
                <a:lnTo>
                  <a:pt x="822490" y="133197"/>
                </a:lnTo>
                <a:lnTo>
                  <a:pt x="782421" y="140195"/>
                </a:lnTo>
                <a:lnTo>
                  <a:pt x="727684" y="140195"/>
                </a:lnTo>
                <a:lnTo>
                  <a:pt x="727684" y="38989"/>
                </a:lnTo>
                <a:lnTo>
                  <a:pt x="787387" y="38989"/>
                </a:lnTo>
                <a:lnTo>
                  <a:pt x="831938" y="51777"/>
                </a:lnTo>
                <a:lnTo>
                  <a:pt x="847344" y="89547"/>
                </a:lnTo>
                <a:lnTo>
                  <a:pt x="847344" y="18059"/>
                </a:lnTo>
                <a:lnTo>
                  <a:pt x="803414" y="4749"/>
                </a:lnTo>
                <a:lnTo>
                  <a:pt x="790943" y="4178"/>
                </a:lnTo>
                <a:lnTo>
                  <a:pt x="690613" y="4178"/>
                </a:lnTo>
                <a:lnTo>
                  <a:pt x="690613" y="272986"/>
                </a:lnTo>
                <a:lnTo>
                  <a:pt x="727684" y="272986"/>
                </a:lnTo>
                <a:lnTo>
                  <a:pt x="727684" y="175793"/>
                </a:lnTo>
                <a:lnTo>
                  <a:pt x="786333" y="175437"/>
                </a:lnTo>
                <a:lnTo>
                  <a:pt x="824979" y="170027"/>
                </a:lnTo>
                <a:lnTo>
                  <a:pt x="864971" y="146456"/>
                </a:lnTo>
                <a:lnTo>
                  <a:pt x="884796" y="102489"/>
                </a:lnTo>
                <a:lnTo>
                  <a:pt x="884847" y="101600"/>
                </a:lnTo>
                <a:lnTo>
                  <a:pt x="885634" y="88506"/>
                </a:lnTo>
                <a:close/>
              </a:path>
              <a:path w="2407285" h="276859">
                <a:moveTo>
                  <a:pt x="1124165" y="272986"/>
                </a:moveTo>
                <a:lnTo>
                  <a:pt x="1110589" y="214947"/>
                </a:lnTo>
                <a:lnTo>
                  <a:pt x="1109459" y="209905"/>
                </a:lnTo>
                <a:lnTo>
                  <a:pt x="1107059" y="200812"/>
                </a:lnTo>
                <a:lnTo>
                  <a:pt x="1092835" y="165252"/>
                </a:lnTo>
                <a:lnTo>
                  <a:pt x="1092708" y="165087"/>
                </a:lnTo>
                <a:lnTo>
                  <a:pt x="1089190" y="160032"/>
                </a:lnTo>
                <a:lnTo>
                  <a:pt x="1063371" y="144005"/>
                </a:lnTo>
                <a:lnTo>
                  <a:pt x="1066876" y="143675"/>
                </a:lnTo>
                <a:lnTo>
                  <a:pt x="1102144" y="127139"/>
                </a:lnTo>
                <a:lnTo>
                  <a:pt x="1103464" y="125310"/>
                </a:lnTo>
                <a:lnTo>
                  <a:pt x="1108773" y="117970"/>
                </a:lnTo>
                <a:lnTo>
                  <a:pt x="1113497" y="107340"/>
                </a:lnTo>
                <a:lnTo>
                  <a:pt x="1116342" y="95262"/>
                </a:lnTo>
                <a:lnTo>
                  <a:pt x="1117282" y="81711"/>
                </a:lnTo>
                <a:lnTo>
                  <a:pt x="1116482" y="69532"/>
                </a:lnTo>
                <a:lnTo>
                  <a:pt x="1097483" y="30441"/>
                </a:lnTo>
                <a:lnTo>
                  <a:pt x="1079347" y="16891"/>
                </a:lnTo>
                <a:lnTo>
                  <a:pt x="1079347" y="82765"/>
                </a:lnTo>
                <a:lnTo>
                  <a:pt x="1078395" y="93319"/>
                </a:lnTo>
                <a:lnTo>
                  <a:pt x="1046365" y="122834"/>
                </a:lnTo>
                <a:lnTo>
                  <a:pt x="1022946" y="125310"/>
                </a:lnTo>
                <a:lnTo>
                  <a:pt x="961605" y="125310"/>
                </a:lnTo>
                <a:lnTo>
                  <a:pt x="961605" y="38989"/>
                </a:lnTo>
                <a:lnTo>
                  <a:pt x="1020775" y="38989"/>
                </a:lnTo>
                <a:lnTo>
                  <a:pt x="1063764" y="49339"/>
                </a:lnTo>
                <a:lnTo>
                  <a:pt x="1079347" y="82765"/>
                </a:lnTo>
                <a:lnTo>
                  <a:pt x="1079347" y="16891"/>
                </a:lnTo>
                <a:lnTo>
                  <a:pt x="1035672" y="4711"/>
                </a:lnTo>
                <a:lnTo>
                  <a:pt x="1022946" y="4178"/>
                </a:lnTo>
                <a:lnTo>
                  <a:pt x="924534" y="4178"/>
                </a:lnTo>
                <a:lnTo>
                  <a:pt x="924534" y="272986"/>
                </a:lnTo>
                <a:lnTo>
                  <a:pt x="961605" y="272986"/>
                </a:lnTo>
                <a:lnTo>
                  <a:pt x="961605" y="160032"/>
                </a:lnTo>
                <a:lnTo>
                  <a:pt x="1029131" y="160032"/>
                </a:lnTo>
                <a:lnTo>
                  <a:pt x="1060196" y="182308"/>
                </a:lnTo>
                <a:lnTo>
                  <a:pt x="1085265" y="272986"/>
                </a:lnTo>
                <a:lnTo>
                  <a:pt x="1124165" y="272986"/>
                </a:lnTo>
                <a:close/>
              </a:path>
              <a:path w="2407285" h="276859">
                <a:moveTo>
                  <a:pt x="1392224" y="136893"/>
                </a:moveTo>
                <a:lnTo>
                  <a:pt x="1391335" y="118491"/>
                </a:lnTo>
                <a:lnTo>
                  <a:pt x="1391310" y="118351"/>
                </a:lnTo>
                <a:lnTo>
                  <a:pt x="1388618" y="100812"/>
                </a:lnTo>
                <a:lnTo>
                  <a:pt x="1371282" y="55816"/>
                </a:lnTo>
                <a:lnTo>
                  <a:pt x="1354289" y="33870"/>
                </a:lnTo>
                <a:lnTo>
                  <a:pt x="1354289" y="136893"/>
                </a:lnTo>
                <a:lnTo>
                  <a:pt x="1353680" y="151841"/>
                </a:lnTo>
                <a:lnTo>
                  <a:pt x="1344549" y="191185"/>
                </a:lnTo>
                <a:lnTo>
                  <a:pt x="1315999" y="227825"/>
                </a:lnTo>
                <a:lnTo>
                  <a:pt x="1270660" y="241058"/>
                </a:lnTo>
                <a:lnTo>
                  <a:pt x="1257782" y="240233"/>
                </a:lnTo>
                <a:lnTo>
                  <a:pt x="1216317" y="220776"/>
                </a:lnTo>
                <a:lnTo>
                  <a:pt x="1192212" y="178981"/>
                </a:lnTo>
                <a:lnTo>
                  <a:pt x="1186688" y="136893"/>
                </a:lnTo>
                <a:lnTo>
                  <a:pt x="1187297" y="122656"/>
                </a:lnTo>
                <a:lnTo>
                  <a:pt x="1196517" y="84670"/>
                </a:lnTo>
                <a:lnTo>
                  <a:pt x="1225156" y="48729"/>
                </a:lnTo>
                <a:lnTo>
                  <a:pt x="1270660" y="35763"/>
                </a:lnTo>
                <a:lnTo>
                  <a:pt x="1283436" y="36576"/>
                </a:lnTo>
                <a:lnTo>
                  <a:pt x="1324635" y="55816"/>
                </a:lnTo>
                <a:lnTo>
                  <a:pt x="1348714" y="96558"/>
                </a:lnTo>
                <a:lnTo>
                  <a:pt x="1354289" y="136893"/>
                </a:lnTo>
                <a:lnTo>
                  <a:pt x="1354289" y="33870"/>
                </a:lnTo>
                <a:lnTo>
                  <a:pt x="1321308" y="10287"/>
                </a:lnTo>
                <a:lnTo>
                  <a:pt x="1270660" y="0"/>
                </a:lnTo>
                <a:lnTo>
                  <a:pt x="1252410" y="1143"/>
                </a:lnTo>
                <a:lnTo>
                  <a:pt x="1205141" y="18275"/>
                </a:lnTo>
                <a:lnTo>
                  <a:pt x="1171016" y="52933"/>
                </a:lnTo>
                <a:lnTo>
                  <a:pt x="1162862" y="67881"/>
                </a:lnTo>
                <a:lnTo>
                  <a:pt x="1156576" y="83718"/>
                </a:lnTo>
                <a:lnTo>
                  <a:pt x="1156512" y="83947"/>
                </a:lnTo>
                <a:lnTo>
                  <a:pt x="1152029" y="100596"/>
                </a:lnTo>
                <a:lnTo>
                  <a:pt x="1151991" y="100812"/>
                </a:lnTo>
                <a:lnTo>
                  <a:pt x="1149299" y="118351"/>
                </a:lnTo>
                <a:lnTo>
                  <a:pt x="1149299" y="118491"/>
                </a:lnTo>
                <a:lnTo>
                  <a:pt x="1148397" y="136893"/>
                </a:lnTo>
                <a:lnTo>
                  <a:pt x="1156474" y="191681"/>
                </a:lnTo>
                <a:lnTo>
                  <a:pt x="1180439" y="236524"/>
                </a:lnTo>
                <a:lnTo>
                  <a:pt x="1219314" y="266446"/>
                </a:lnTo>
                <a:lnTo>
                  <a:pt x="1270660" y="276821"/>
                </a:lnTo>
                <a:lnTo>
                  <a:pt x="1288923" y="275666"/>
                </a:lnTo>
                <a:lnTo>
                  <a:pt x="1336103" y="258368"/>
                </a:lnTo>
                <a:lnTo>
                  <a:pt x="1370114" y="223126"/>
                </a:lnTo>
                <a:lnTo>
                  <a:pt x="1388694" y="174371"/>
                </a:lnTo>
                <a:lnTo>
                  <a:pt x="1391348" y="156133"/>
                </a:lnTo>
                <a:lnTo>
                  <a:pt x="1392224" y="136893"/>
                </a:lnTo>
                <a:close/>
              </a:path>
              <a:path w="2407285" h="276859">
                <a:moveTo>
                  <a:pt x="1660956" y="191884"/>
                </a:moveTo>
                <a:lnTo>
                  <a:pt x="1626590" y="181178"/>
                </a:lnTo>
                <a:lnTo>
                  <a:pt x="1621421" y="196151"/>
                </a:lnTo>
                <a:lnTo>
                  <a:pt x="1614944" y="208838"/>
                </a:lnTo>
                <a:lnTo>
                  <a:pt x="1576984" y="237832"/>
                </a:lnTo>
                <a:lnTo>
                  <a:pt x="1552359" y="241312"/>
                </a:lnTo>
                <a:lnTo>
                  <a:pt x="1538922" y="240525"/>
                </a:lnTo>
                <a:lnTo>
                  <a:pt x="1495806" y="221678"/>
                </a:lnTo>
                <a:lnTo>
                  <a:pt x="1470888" y="180352"/>
                </a:lnTo>
                <a:lnTo>
                  <a:pt x="1465160" y="137414"/>
                </a:lnTo>
                <a:lnTo>
                  <a:pt x="1465795" y="122682"/>
                </a:lnTo>
                <a:lnTo>
                  <a:pt x="1475257" y="83896"/>
                </a:lnTo>
                <a:lnTo>
                  <a:pt x="1503883" y="48120"/>
                </a:lnTo>
                <a:lnTo>
                  <a:pt x="1547304" y="35598"/>
                </a:lnTo>
                <a:lnTo>
                  <a:pt x="1555470" y="35979"/>
                </a:lnTo>
                <a:lnTo>
                  <a:pt x="1593761" y="49555"/>
                </a:lnTo>
                <a:lnTo>
                  <a:pt x="1621713" y="86029"/>
                </a:lnTo>
                <a:lnTo>
                  <a:pt x="1625549" y="97472"/>
                </a:lnTo>
                <a:lnTo>
                  <a:pt x="1659305" y="85369"/>
                </a:lnTo>
                <a:lnTo>
                  <a:pt x="1642338" y="46799"/>
                </a:lnTo>
                <a:lnTo>
                  <a:pt x="1600542" y="11455"/>
                </a:lnTo>
                <a:lnTo>
                  <a:pt x="1547228" y="0"/>
                </a:lnTo>
                <a:lnTo>
                  <a:pt x="1529524" y="1104"/>
                </a:lnTo>
                <a:lnTo>
                  <a:pt x="1483347" y="17576"/>
                </a:lnTo>
                <a:lnTo>
                  <a:pt x="1449590" y="51587"/>
                </a:lnTo>
                <a:lnTo>
                  <a:pt x="1430528" y="99669"/>
                </a:lnTo>
                <a:lnTo>
                  <a:pt x="1426870" y="137414"/>
                </a:lnTo>
                <a:lnTo>
                  <a:pt x="1427797" y="157467"/>
                </a:lnTo>
                <a:lnTo>
                  <a:pt x="1441754" y="210337"/>
                </a:lnTo>
                <a:lnTo>
                  <a:pt x="1471460" y="249707"/>
                </a:lnTo>
                <a:lnTo>
                  <a:pt x="1515046" y="272453"/>
                </a:lnTo>
                <a:lnTo>
                  <a:pt x="1550187" y="276821"/>
                </a:lnTo>
                <a:lnTo>
                  <a:pt x="1568589" y="275640"/>
                </a:lnTo>
                <a:lnTo>
                  <a:pt x="1618056" y="257327"/>
                </a:lnTo>
                <a:lnTo>
                  <a:pt x="1653514" y="213144"/>
                </a:lnTo>
                <a:lnTo>
                  <a:pt x="1660956" y="191884"/>
                </a:lnTo>
                <a:close/>
              </a:path>
              <a:path w="2407285" h="276859">
                <a:moveTo>
                  <a:pt x="1880603" y="3708"/>
                </a:moveTo>
                <a:lnTo>
                  <a:pt x="1701863" y="3708"/>
                </a:lnTo>
                <a:lnTo>
                  <a:pt x="1701863" y="39268"/>
                </a:lnTo>
                <a:lnTo>
                  <a:pt x="1701863" y="114198"/>
                </a:lnTo>
                <a:lnTo>
                  <a:pt x="1701863" y="149758"/>
                </a:lnTo>
                <a:lnTo>
                  <a:pt x="1701863" y="238658"/>
                </a:lnTo>
                <a:lnTo>
                  <a:pt x="1701863" y="272948"/>
                </a:lnTo>
                <a:lnTo>
                  <a:pt x="1880603" y="272948"/>
                </a:lnTo>
                <a:lnTo>
                  <a:pt x="1880603" y="238658"/>
                </a:lnTo>
                <a:lnTo>
                  <a:pt x="1739455" y="238658"/>
                </a:lnTo>
                <a:lnTo>
                  <a:pt x="1739455" y="149758"/>
                </a:lnTo>
                <a:lnTo>
                  <a:pt x="1870341" y="149758"/>
                </a:lnTo>
                <a:lnTo>
                  <a:pt x="1870341" y="114198"/>
                </a:lnTo>
                <a:lnTo>
                  <a:pt x="1739455" y="114198"/>
                </a:lnTo>
                <a:lnTo>
                  <a:pt x="1739455" y="39268"/>
                </a:lnTo>
                <a:lnTo>
                  <a:pt x="1880603" y="39268"/>
                </a:lnTo>
                <a:lnTo>
                  <a:pt x="1880603" y="3708"/>
                </a:lnTo>
                <a:close/>
              </a:path>
              <a:path w="2407285" h="276859">
                <a:moveTo>
                  <a:pt x="2109216" y="196062"/>
                </a:moveTo>
                <a:lnTo>
                  <a:pt x="2097087" y="155689"/>
                </a:lnTo>
                <a:lnTo>
                  <a:pt x="2063356" y="133083"/>
                </a:lnTo>
                <a:lnTo>
                  <a:pt x="2000440" y="112344"/>
                </a:lnTo>
                <a:lnTo>
                  <a:pt x="1989315" y="108508"/>
                </a:lnTo>
                <a:lnTo>
                  <a:pt x="1957717" y="83172"/>
                </a:lnTo>
                <a:lnTo>
                  <a:pt x="1957717" y="67271"/>
                </a:lnTo>
                <a:lnTo>
                  <a:pt x="1986978" y="38277"/>
                </a:lnTo>
                <a:lnTo>
                  <a:pt x="2010181" y="35242"/>
                </a:lnTo>
                <a:lnTo>
                  <a:pt x="2021967" y="36017"/>
                </a:lnTo>
                <a:lnTo>
                  <a:pt x="2057412" y="54356"/>
                </a:lnTo>
                <a:lnTo>
                  <a:pt x="2071103" y="83375"/>
                </a:lnTo>
                <a:lnTo>
                  <a:pt x="2105558" y="73710"/>
                </a:lnTo>
                <a:lnTo>
                  <a:pt x="2085987" y="31064"/>
                </a:lnTo>
                <a:lnTo>
                  <a:pt x="2052916" y="8178"/>
                </a:lnTo>
                <a:lnTo>
                  <a:pt x="2011756" y="609"/>
                </a:lnTo>
                <a:lnTo>
                  <a:pt x="1997316" y="1257"/>
                </a:lnTo>
                <a:lnTo>
                  <a:pt x="1951228" y="16535"/>
                </a:lnTo>
                <a:lnTo>
                  <a:pt x="1925459" y="47129"/>
                </a:lnTo>
                <a:lnTo>
                  <a:pt x="1919681" y="75539"/>
                </a:lnTo>
                <a:lnTo>
                  <a:pt x="1920646" y="87960"/>
                </a:lnTo>
                <a:lnTo>
                  <a:pt x="1943620" y="125298"/>
                </a:lnTo>
                <a:lnTo>
                  <a:pt x="1978774" y="142633"/>
                </a:lnTo>
                <a:lnTo>
                  <a:pt x="2020277" y="155854"/>
                </a:lnTo>
                <a:lnTo>
                  <a:pt x="2029929" y="159105"/>
                </a:lnTo>
                <a:lnTo>
                  <a:pt x="2069769" y="184924"/>
                </a:lnTo>
                <a:lnTo>
                  <a:pt x="2071281" y="190576"/>
                </a:lnTo>
                <a:lnTo>
                  <a:pt x="2071281" y="205549"/>
                </a:lnTo>
                <a:lnTo>
                  <a:pt x="2045436" y="235140"/>
                </a:lnTo>
                <a:lnTo>
                  <a:pt x="2015058" y="241058"/>
                </a:lnTo>
                <a:lnTo>
                  <a:pt x="2002447" y="240296"/>
                </a:lnTo>
                <a:lnTo>
                  <a:pt x="1963674" y="221932"/>
                </a:lnTo>
                <a:lnTo>
                  <a:pt x="1948484" y="189712"/>
                </a:lnTo>
                <a:lnTo>
                  <a:pt x="1911502" y="200507"/>
                </a:lnTo>
                <a:lnTo>
                  <a:pt x="1935213" y="247904"/>
                </a:lnTo>
                <a:lnTo>
                  <a:pt x="1978533" y="272008"/>
                </a:lnTo>
                <a:lnTo>
                  <a:pt x="2014359" y="276555"/>
                </a:lnTo>
                <a:lnTo>
                  <a:pt x="2027961" y="275920"/>
                </a:lnTo>
                <a:lnTo>
                  <a:pt x="2073948" y="260654"/>
                </a:lnTo>
                <a:lnTo>
                  <a:pt x="2102459" y="228142"/>
                </a:lnTo>
                <a:lnTo>
                  <a:pt x="2108466" y="207340"/>
                </a:lnTo>
                <a:lnTo>
                  <a:pt x="2109216" y="196062"/>
                </a:lnTo>
                <a:close/>
              </a:path>
              <a:path w="2407285" h="276859">
                <a:moveTo>
                  <a:pt x="2331999" y="196062"/>
                </a:moveTo>
                <a:lnTo>
                  <a:pt x="2319858" y="155689"/>
                </a:lnTo>
                <a:lnTo>
                  <a:pt x="2286139" y="133083"/>
                </a:lnTo>
                <a:lnTo>
                  <a:pt x="2223224" y="112344"/>
                </a:lnTo>
                <a:lnTo>
                  <a:pt x="2212086" y="108508"/>
                </a:lnTo>
                <a:lnTo>
                  <a:pt x="2180488" y="83172"/>
                </a:lnTo>
                <a:lnTo>
                  <a:pt x="2180488" y="67271"/>
                </a:lnTo>
                <a:lnTo>
                  <a:pt x="2209762" y="38277"/>
                </a:lnTo>
                <a:lnTo>
                  <a:pt x="2232964" y="35242"/>
                </a:lnTo>
                <a:lnTo>
                  <a:pt x="2244737" y="36017"/>
                </a:lnTo>
                <a:lnTo>
                  <a:pt x="2280196" y="54356"/>
                </a:lnTo>
                <a:lnTo>
                  <a:pt x="2293886" y="83375"/>
                </a:lnTo>
                <a:lnTo>
                  <a:pt x="2328341" y="73710"/>
                </a:lnTo>
                <a:lnTo>
                  <a:pt x="2308758" y="31064"/>
                </a:lnTo>
                <a:lnTo>
                  <a:pt x="2275700" y="8178"/>
                </a:lnTo>
                <a:lnTo>
                  <a:pt x="2234527" y="609"/>
                </a:lnTo>
                <a:lnTo>
                  <a:pt x="2220099" y="1257"/>
                </a:lnTo>
                <a:lnTo>
                  <a:pt x="2174011" y="16535"/>
                </a:lnTo>
                <a:lnTo>
                  <a:pt x="2148243" y="47129"/>
                </a:lnTo>
                <a:lnTo>
                  <a:pt x="2142464" y="75539"/>
                </a:lnTo>
                <a:lnTo>
                  <a:pt x="2143429" y="87960"/>
                </a:lnTo>
                <a:lnTo>
                  <a:pt x="2166404" y="125298"/>
                </a:lnTo>
                <a:lnTo>
                  <a:pt x="2201545" y="142633"/>
                </a:lnTo>
                <a:lnTo>
                  <a:pt x="2243061" y="155854"/>
                </a:lnTo>
                <a:lnTo>
                  <a:pt x="2252713" y="159105"/>
                </a:lnTo>
                <a:lnTo>
                  <a:pt x="2292553" y="184924"/>
                </a:lnTo>
                <a:lnTo>
                  <a:pt x="2294051" y="190576"/>
                </a:lnTo>
                <a:lnTo>
                  <a:pt x="2294051" y="205549"/>
                </a:lnTo>
                <a:lnTo>
                  <a:pt x="2268207" y="235140"/>
                </a:lnTo>
                <a:lnTo>
                  <a:pt x="2237841" y="241058"/>
                </a:lnTo>
                <a:lnTo>
                  <a:pt x="2225230" y="240296"/>
                </a:lnTo>
                <a:lnTo>
                  <a:pt x="2186457" y="221932"/>
                </a:lnTo>
                <a:lnTo>
                  <a:pt x="2171268" y="189712"/>
                </a:lnTo>
                <a:lnTo>
                  <a:pt x="2134285" y="200507"/>
                </a:lnTo>
                <a:lnTo>
                  <a:pt x="2157984" y="247904"/>
                </a:lnTo>
                <a:lnTo>
                  <a:pt x="2201316" y="272008"/>
                </a:lnTo>
                <a:lnTo>
                  <a:pt x="2237143" y="276555"/>
                </a:lnTo>
                <a:lnTo>
                  <a:pt x="2250744" y="275920"/>
                </a:lnTo>
                <a:lnTo>
                  <a:pt x="2296718" y="260654"/>
                </a:lnTo>
                <a:lnTo>
                  <a:pt x="2325243" y="228142"/>
                </a:lnTo>
                <a:lnTo>
                  <a:pt x="2331250" y="207340"/>
                </a:lnTo>
                <a:lnTo>
                  <a:pt x="2331999" y="196062"/>
                </a:lnTo>
                <a:close/>
              </a:path>
              <a:path w="2407285" h="276859">
                <a:moveTo>
                  <a:pt x="2407272" y="4178"/>
                </a:moveTo>
                <a:lnTo>
                  <a:pt x="2370201" y="4178"/>
                </a:lnTo>
                <a:lnTo>
                  <a:pt x="2370201" y="272986"/>
                </a:lnTo>
                <a:lnTo>
                  <a:pt x="2407272" y="272986"/>
                </a:lnTo>
                <a:lnTo>
                  <a:pt x="2407272" y="4178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01425" y="578954"/>
            <a:ext cx="486409" cy="276860"/>
          </a:xfrm>
          <a:custGeom>
            <a:avLst/>
            <a:gdLst/>
            <a:ahLst/>
            <a:cxnLst/>
            <a:rect l="l" t="t" r="r" b="b"/>
            <a:pathLst>
              <a:path w="486410" h="276859">
                <a:moveTo>
                  <a:pt x="212852" y="3911"/>
                </a:moveTo>
                <a:lnTo>
                  <a:pt x="175260" y="3911"/>
                </a:lnTo>
                <a:lnTo>
                  <a:pt x="179755" y="237972"/>
                </a:lnTo>
                <a:lnTo>
                  <a:pt x="69253" y="35331"/>
                </a:lnTo>
                <a:lnTo>
                  <a:pt x="52120" y="3911"/>
                </a:lnTo>
                <a:lnTo>
                  <a:pt x="0" y="3911"/>
                </a:lnTo>
                <a:lnTo>
                  <a:pt x="0" y="272719"/>
                </a:lnTo>
                <a:lnTo>
                  <a:pt x="37071" y="272719"/>
                </a:lnTo>
                <a:lnTo>
                  <a:pt x="32753" y="37604"/>
                </a:lnTo>
                <a:lnTo>
                  <a:pt x="160985" y="272719"/>
                </a:lnTo>
                <a:lnTo>
                  <a:pt x="212852" y="272719"/>
                </a:lnTo>
                <a:lnTo>
                  <a:pt x="212852" y="239826"/>
                </a:lnTo>
                <a:lnTo>
                  <a:pt x="212852" y="3911"/>
                </a:lnTo>
                <a:close/>
              </a:path>
              <a:path w="486410" h="276859">
                <a:moveTo>
                  <a:pt x="485851" y="132969"/>
                </a:moveTo>
                <a:lnTo>
                  <a:pt x="364972" y="132969"/>
                </a:lnTo>
                <a:lnTo>
                  <a:pt x="364972" y="166382"/>
                </a:lnTo>
                <a:lnTo>
                  <a:pt x="449821" y="166382"/>
                </a:lnTo>
                <a:lnTo>
                  <a:pt x="449707" y="175717"/>
                </a:lnTo>
                <a:lnTo>
                  <a:pt x="435343" y="212318"/>
                </a:lnTo>
                <a:lnTo>
                  <a:pt x="403745" y="235432"/>
                </a:lnTo>
                <a:lnTo>
                  <a:pt x="370192" y="241312"/>
                </a:lnTo>
                <a:lnTo>
                  <a:pt x="357416" y="240512"/>
                </a:lnTo>
                <a:lnTo>
                  <a:pt x="316179" y="221551"/>
                </a:lnTo>
                <a:lnTo>
                  <a:pt x="292303" y="180136"/>
                </a:lnTo>
                <a:lnTo>
                  <a:pt x="289204" y="166382"/>
                </a:lnTo>
                <a:lnTo>
                  <a:pt x="287439" y="152463"/>
                </a:lnTo>
                <a:lnTo>
                  <a:pt x="289483" y="107823"/>
                </a:lnTo>
                <a:lnTo>
                  <a:pt x="303301" y="71894"/>
                </a:lnTo>
                <a:lnTo>
                  <a:pt x="337781" y="41935"/>
                </a:lnTo>
                <a:lnTo>
                  <a:pt x="374370" y="34975"/>
                </a:lnTo>
                <a:lnTo>
                  <a:pt x="386778" y="35902"/>
                </a:lnTo>
                <a:lnTo>
                  <a:pt x="429399" y="58305"/>
                </a:lnTo>
                <a:lnTo>
                  <a:pt x="449821" y="97548"/>
                </a:lnTo>
                <a:lnTo>
                  <a:pt x="484708" y="85623"/>
                </a:lnTo>
                <a:lnTo>
                  <a:pt x="467436" y="47078"/>
                </a:lnTo>
                <a:lnTo>
                  <a:pt x="426859" y="11544"/>
                </a:lnTo>
                <a:lnTo>
                  <a:pt x="375069" y="0"/>
                </a:lnTo>
                <a:lnTo>
                  <a:pt x="356362" y="1079"/>
                </a:lnTo>
                <a:lnTo>
                  <a:pt x="307619" y="17399"/>
                </a:lnTo>
                <a:lnTo>
                  <a:pt x="272097" y="51104"/>
                </a:lnTo>
                <a:lnTo>
                  <a:pt x="256959" y="82194"/>
                </a:lnTo>
                <a:lnTo>
                  <a:pt x="252323" y="99098"/>
                </a:lnTo>
                <a:lnTo>
                  <a:pt x="249478" y="117487"/>
                </a:lnTo>
                <a:lnTo>
                  <a:pt x="248539" y="137058"/>
                </a:lnTo>
                <a:lnTo>
                  <a:pt x="249440" y="156972"/>
                </a:lnTo>
                <a:lnTo>
                  <a:pt x="263067" y="209715"/>
                </a:lnTo>
                <a:lnTo>
                  <a:pt x="291998" y="249301"/>
                </a:lnTo>
                <a:lnTo>
                  <a:pt x="334162" y="272161"/>
                </a:lnTo>
                <a:lnTo>
                  <a:pt x="368109" y="276555"/>
                </a:lnTo>
                <a:lnTo>
                  <a:pt x="383578" y="275729"/>
                </a:lnTo>
                <a:lnTo>
                  <a:pt x="423621" y="263321"/>
                </a:lnTo>
                <a:lnTo>
                  <a:pt x="454901" y="227533"/>
                </a:lnTo>
                <a:lnTo>
                  <a:pt x="454812" y="230873"/>
                </a:lnTo>
                <a:lnTo>
                  <a:pt x="454685" y="235432"/>
                </a:lnTo>
                <a:lnTo>
                  <a:pt x="454596" y="238696"/>
                </a:lnTo>
                <a:lnTo>
                  <a:pt x="454520" y="241312"/>
                </a:lnTo>
                <a:lnTo>
                  <a:pt x="453644" y="272719"/>
                </a:lnTo>
                <a:lnTo>
                  <a:pt x="485851" y="272719"/>
                </a:lnTo>
                <a:lnTo>
                  <a:pt x="485851" y="225729"/>
                </a:lnTo>
                <a:lnTo>
                  <a:pt x="485851" y="132969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25808" y="559460"/>
            <a:ext cx="1911985" cy="335280"/>
          </a:xfrm>
          <a:custGeom>
            <a:avLst/>
            <a:gdLst/>
            <a:ahLst/>
            <a:cxnLst/>
            <a:rect l="l" t="t" r="r" b="b"/>
            <a:pathLst>
              <a:path w="1911984" h="335280">
                <a:moveTo>
                  <a:pt x="96164" y="334949"/>
                </a:moveTo>
                <a:lnTo>
                  <a:pt x="68427" y="292874"/>
                </a:lnTo>
                <a:lnTo>
                  <a:pt x="50126" y="252450"/>
                </a:lnTo>
                <a:lnTo>
                  <a:pt x="39941" y="211353"/>
                </a:lnTo>
                <a:lnTo>
                  <a:pt x="36550" y="167259"/>
                </a:lnTo>
                <a:lnTo>
                  <a:pt x="37401" y="144932"/>
                </a:lnTo>
                <a:lnTo>
                  <a:pt x="44196" y="102590"/>
                </a:lnTo>
                <a:lnTo>
                  <a:pt x="58127" y="62674"/>
                </a:lnTo>
                <a:lnTo>
                  <a:pt x="81102" y="21374"/>
                </a:lnTo>
                <a:lnTo>
                  <a:pt x="96075" y="0"/>
                </a:lnTo>
                <a:lnTo>
                  <a:pt x="58140" y="0"/>
                </a:lnTo>
                <a:lnTo>
                  <a:pt x="32486" y="37045"/>
                </a:lnTo>
                <a:lnTo>
                  <a:pt x="14363" y="77190"/>
                </a:lnTo>
                <a:lnTo>
                  <a:pt x="3594" y="120497"/>
                </a:lnTo>
                <a:lnTo>
                  <a:pt x="0" y="167259"/>
                </a:lnTo>
                <a:lnTo>
                  <a:pt x="901" y="191020"/>
                </a:lnTo>
                <a:lnTo>
                  <a:pt x="8026" y="235966"/>
                </a:lnTo>
                <a:lnTo>
                  <a:pt x="22364" y="277583"/>
                </a:lnTo>
                <a:lnTo>
                  <a:pt x="44246" y="316484"/>
                </a:lnTo>
                <a:lnTo>
                  <a:pt x="58051" y="334949"/>
                </a:lnTo>
                <a:lnTo>
                  <a:pt x="96164" y="334949"/>
                </a:lnTo>
                <a:close/>
              </a:path>
              <a:path w="1911984" h="335280">
                <a:moveTo>
                  <a:pt x="328079" y="107734"/>
                </a:moveTo>
                <a:lnTo>
                  <a:pt x="315023" y="60744"/>
                </a:lnTo>
                <a:lnTo>
                  <a:pt x="289788" y="37287"/>
                </a:lnTo>
                <a:lnTo>
                  <a:pt x="289788" y="108775"/>
                </a:lnTo>
                <a:lnTo>
                  <a:pt x="288798" y="120827"/>
                </a:lnTo>
                <a:lnTo>
                  <a:pt x="264947" y="152425"/>
                </a:lnTo>
                <a:lnTo>
                  <a:pt x="224866" y="159423"/>
                </a:lnTo>
                <a:lnTo>
                  <a:pt x="170129" y="159423"/>
                </a:lnTo>
                <a:lnTo>
                  <a:pt x="170129" y="58216"/>
                </a:lnTo>
                <a:lnTo>
                  <a:pt x="229831" y="58216"/>
                </a:lnTo>
                <a:lnTo>
                  <a:pt x="274383" y="71005"/>
                </a:lnTo>
                <a:lnTo>
                  <a:pt x="289788" y="108775"/>
                </a:lnTo>
                <a:lnTo>
                  <a:pt x="289788" y="37287"/>
                </a:lnTo>
                <a:lnTo>
                  <a:pt x="245872" y="23977"/>
                </a:lnTo>
                <a:lnTo>
                  <a:pt x="233400" y="23406"/>
                </a:lnTo>
                <a:lnTo>
                  <a:pt x="133057" y="23406"/>
                </a:lnTo>
                <a:lnTo>
                  <a:pt x="133057" y="292214"/>
                </a:lnTo>
                <a:lnTo>
                  <a:pt x="170129" y="292214"/>
                </a:lnTo>
                <a:lnTo>
                  <a:pt x="170129" y="195021"/>
                </a:lnTo>
                <a:lnTo>
                  <a:pt x="228790" y="194665"/>
                </a:lnTo>
                <a:lnTo>
                  <a:pt x="267423" y="189255"/>
                </a:lnTo>
                <a:lnTo>
                  <a:pt x="307416" y="165684"/>
                </a:lnTo>
                <a:lnTo>
                  <a:pt x="312394" y="159423"/>
                </a:lnTo>
                <a:lnTo>
                  <a:pt x="314680" y="156552"/>
                </a:lnTo>
                <a:lnTo>
                  <a:pt x="320548" y="146126"/>
                </a:lnTo>
                <a:lnTo>
                  <a:pt x="324726" y="134518"/>
                </a:lnTo>
                <a:lnTo>
                  <a:pt x="327240" y="121716"/>
                </a:lnTo>
                <a:lnTo>
                  <a:pt x="327291" y="120827"/>
                </a:lnTo>
                <a:lnTo>
                  <a:pt x="328079" y="107734"/>
                </a:lnTo>
                <a:close/>
              </a:path>
              <a:path w="1911984" h="335280">
                <a:moveTo>
                  <a:pt x="537375" y="257886"/>
                </a:moveTo>
                <a:lnTo>
                  <a:pt x="404050" y="257886"/>
                </a:lnTo>
                <a:lnTo>
                  <a:pt x="404050" y="22936"/>
                </a:lnTo>
                <a:lnTo>
                  <a:pt x="366979" y="22936"/>
                </a:lnTo>
                <a:lnTo>
                  <a:pt x="366979" y="257886"/>
                </a:lnTo>
                <a:lnTo>
                  <a:pt x="366979" y="292176"/>
                </a:lnTo>
                <a:lnTo>
                  <a:pt x="537375" y="292176"/>
                </a:lnTo>
                <a:lnTo>
                  <a:pt x="537375" y="257886"/>
                </a:lnTo>
                <a:close/>
              </a:path>
              <a:path w="1911984" h="335280">
                <a:moveTo>
                  <a:pt x="795832" y="292214"/>
                </a:moveTo>
                <a:lnTo>
                  <a:pt x="765898" y="215290"/>
                </a:lnTo>
                <a:lnTo>
                  <a:pt x="752424" y="180657"/>
                </a:lnTo>
                <a:lnTo>
                  <a:pt x="715035" y="84607"/>
                </a:lnTo>
                <a:lnTo>
                  <a:pt x="715035" y="180657"/>
                </a:lnTo>
                <a:lnTo>
                  <a:pt x="626097" y="180657"/>
                </a:lnTo>
                <a:lnTo>
                  <a:pt x="670382" y="57365"/>
                </a:lnTo>
                <a:lnTo>
                  <a:pt x="715035" y="180657"/>
                </a:lnTo>
                <a:lnTo>
                  <a:pt x="715035" y="84607"/>
                </a:lnTo>
                <a:lnTo>
                  <a:pt x="703922" y="56045"/>
                </a:lnTo>
                <a:lnTo>
                  <a:pt x="691222" y="23406"/>
                </a:lnTo>
                <a:lnTo>
                  <a:pt x="649897" y="23406"/>
                </a:lnTo>
                <a:lnTo>
                  <a:pt x="545465" y="292214"/>
                </a:lnTo>
                <a:lnTo>
                  <a:pt x="586016" y="292214"/>
                </a:lnTo>
                <a:lnTo>
                  <a:pt x="613651" y="215290"/>
                </a:lnTo>
                <a:lnTo>
                  <a:pt x="727583" y="215290"/>
                </a:lnTo>
                <a:lnTo>
                  <a:pt x="755446" y="292214"/>
                </a:lnTo>
                <a:lnTo>
                  <a:pt x="795832" y="292214"/>
                </a:lnTo>
                <a:close/>
              </a:path>
              <a:path w="1911984" h="335280">
                <a:moveTo>
                  <a:pt x="1036535" y="23406"/>
                </a:moveTo>
                <a:lnTo>
                  <a:pt x="998943" y="23406"/>
                </a:lnTo>
                <a:lnTo>
                  <a:pt x="1003427" y="257467"/>
                </a:lnTo>
                <a:lnTo>
                  <a:pt x="892937" y="54825"/>
                </a:lnTo>
                <a:lnTo>
                  <a:pt x="875804" y="23406"/>
                </a:lnTo>
                <a:lnTo>
                  <a:pt x="823683" y="23406"/>
                </a:lnTo>
                <a:lnTo>
                  <a:pt x="823683" y="292214"/>
                </a:lnTo>
                <a:lnTo>
                  <a:pt x="860755" y="292214"/>
                </a:lnTo>
                <a:lnTo>
                  <a:pt x="856437" y="57099"/>
                </a:lnTo>
                <a:lnTo>
                  <a:pt x="984669" y="292214"/>
                </a:lnTo>
                <a:lnTo>
                  <a:pt x="1036535" y="292214"/>
                </a:lnTo>
                <a:lnTo>
                  <a:pt x="1036535" y="259321"/>
                </a:lnTo>
                <a:lnTo>
                  <a:pt x="1036535" y="23406"/>
                </a:lnTo>
                <a:close/>
              </a:path>
              <a:path w="1911984" h="335280">
                <a:moveTo>
                  <a:pt x="1292733" y="23406"/>
                </a:moveTo>
                <a:lnTo>
                  <a:pt x="1255141" y="23406"/>
                </a:lnTo>
                <a:lnTo>
                  <a:pt x="1259624" y="257467"/>
                </a:lnTo>
                <a:lnTo>
                  <a:pt x="1149134" y="54825"/>
                </a:lnTo>
                <a:lnTo>
                  <a:pt x="1132001" y="23406"/>
                </a:lnTo>
                <a:lnTo>
                  <a:pt x="1079868" y="23406"/>
                </a:lnTo>
                <a:lnTo>
                  <a:pt x="1079868" y="292214"/>
                </a:lnTo>
                <a:lnTo>
                  <a:pt x="1116939" y="292214"/>
                </a:lnTo>
                <a:lnTo>
                  <a:pt x="1112634" y="57099"/>
                </a:lnTo>
                <a:lnTo>
                  <a:pt x="1240866" y="292214"/>
                </a:lnTo>
                <a:lnTo>
                  <a:pt x="1292733" y="292214"/>
                </a:lnTo>
                <a:lnTo>
                  <a:pt x="1292733" y="259321"/>
                </a:lnTo>
                <a:lnTo>
                  <a:pt x="1292733" y="23406"/>
                </a:lnTo>
                <a:close/>
              </a:path>
              <a:path w="1911984" h="335280">
                <a:moveTo>
                  <a:pt x="1514817" y="22936"/>
                </a:moveTo>
                <a:lnTo>
                  <a:pt x="1336065" y="22936"/>
                </a:lnTo>
                <a:lnTo>
                  <a:pt x="1336065" y="58496"/>
                </a:lnTo>
                <a:lnTo>
                  <a:pt x="1336065" y="133426"/>
                </a:lnTo>
                <a:lnTo>
                  <a:pt x="1336065" y="168986"/>
                </a:lnTo>
                <a:lnTo>
                  <a:pt x="1336065" y="257886"/>
                </a:lnTo>
                <a:lnTo>
                  <a:pt x="1336065" y="292176"/>
                </a:lnTo>
                <a:lnTo>
                  <a:pt x="1514817" y="292176"/>
                </a:lnTo>
                <a:lnTo>
                  <a:pt x="1514817" y="257886"/>
                </a:lnTo>
                <a:lnTo>
                  <a:pt x="1373670" y="257886"/>
                </a:lnTo>
                <a:lnTo>
                  <a:pt x="1373670" y="168986"/>
                </a:lnTo>
                <a:lnTo>
                  <a:pt x="1504543" y="168986"/>
                </a:lnTo>
                <a:lnTo>
                  <a:pt x="1504543" y="133426"/>
                </a:lnTo>
                <a:lnTo>
                  <a:pt x="1373670" y="133426"/>
                </a:lnTo>
                <a:lnTo>
                  <a:pt x="1373670" y="58496"/>
                </a:lnTo>
                <a:lnTo>
                  <a:pt x="1514817" y="58496"/>
                </a:lnTo>
                <a:lnTo>
                  <a:pt x="1514817" y="22936"/>
                </a:lnTo>
                <a:close/>
              </a:path>
              <a:path w="1911984" h="335280">
                <a:moveTo>
                  <a:pt x="1785200" y="153073"/>
                </a:moveTo>
                <a:lnTo>
                  <a:pt x="1776526" y="98882"/>
                </a:lnTo>
                <a:lnTo>
                  <a:pt x="1751164" y="57061"/>
                </a:lnTo>
                <a:lnTo>
                  <a:pt x="1747164" y="53479"/>
                </a:lnTo>
                <a:lnTo>
                  <a:pt x="1747164" y="154114"/>
                </a:lnTo>
                <a:lnTo>
                  <a:pt x="1745513" y="179539"/>
                </a:lnTo>
                <a:lnTo>
                  <a:pt x="1732330" y="218960"/>
                </a:lnTo>
                <a:lnTo>
                  <a:pt x="1688490" y="251040"/>
                </a:lnTo>
                <a:lnTo>
                  <a:pt x="1644307" y="257060"/>
                </a:lnTo>
                <a:lnTo>
                  <a:pt x="1595920" y="257060"/>
                </a:lnTo>
                <a:lnTo>
                  <a:pt x="1595920" y="56299"/>
                </a:lnTo>
                <a:lnTo>
                  <a:pt x="1653273" y="56299"/>
                </a:lnTo>
                <a:lnTo>
                  <a:pt x="1693164" y="62712"/>
                </a:lnTo>
                <a:lnTo>
                  <a:pt x="1733410" y="96113"/>
                </a:lnTo>
                <a:lnTo>
                  <a:pt x="1745742" y="133731"/>
                </a:lnTo>
                <a:lnTo>
                  <a:pt x="1747164" y="154114"/>
                </a:lnTo>
                <a:lnTo>
                  <a:pt x="1747164" y="53479"/>
                </a:lnTo>
                <a:lnTo>
                  <a:pt x="1711083" y="30708"/>
                </a:lnTo>
                <a:lnTo>
                  <a:pt x="1659013" y="21755"/>
                </a:lnTo>
                <a:lnTo>
                  <a:pt x="1558848" y="21755"/>
                </a:lnTo>
                <a:lnTo>
                  <a:pt x="1558848" y="292214"/>
                </a:lnTo>
                <a:lnTo>
                  <a:pt x="1649704" y="292214"/>
                </a:lnTo>
                <a:lnTo>
                  <a:pt x="1705356" y="283667"/>
                </a:lnTo>
                <a:lnTo>
                  <a:pt x="1748383" y="258025"/>
                </a:lnTo>
                <a:lnTo>
                  <a:pt x="1749183" y="257060"/>
                </a:lnTo>
                <a:lnTo>
                  <a:pt x="1764487" y="238633"/>
                </a:lnTo>
                <a:lnTo>
                  <a:pt x="1775993" y="214680"/>
                </a:lnTo>
                <a:lnTo>
                  <a:pt x="1782889" y="186156"/>
                </a:lnTo>
                <a:lnTo>
                  <a:pt x="1785200" y="153073"/>
                </a:lnTo>
                <a:close/>
              </a:path>
              <a:path w="1911984" h="335280">
                <a:moveTo>
                  <a:pt x="1911375" y="167259"/>
                </a:moveTo>
                <a:lnTo>
                  <a:pt x="1907768" y="120637"/>
                </a:lnTo>
                <a:lnTo>
                  <a:pt x="1896935" y="77355"/>
                </a:lnTo>
                <a:lnTo>
                  <a:pt x="1878914" y="37172"/>
                </a:lnTo>
                <a:lnTo>
                  <a:pt x="1853590" y="0"/>
                </a:lnTo>
                <a:lnTo>
                  <a:pt x="1815388" y="0"/>
                </a:lnTo>
                <a:lnTo>
                  <a:pt x="1830476" y="21424"/>
                </a:lnTo>
                <a:lnTo>
                  <a:pt x="1843151" y="42354"/>
                </a:lnTo>
                <a:lnTo>
                  <a:pt x="1861337" y="82753"/>
                </a:lnTo>
                <a:lnTo>
                  <a:pt x="1871459" y="123596"/>
                </a:lnTo>
                <a:lnTo>
                  <a:pt x="1874824" y="167259"/>
                </a:lnTo>
                <a:lnTo>
                  <a:pt x="1873986" y="189661"/>
                </a:lnTo>
                <a:lnTo>
                  <a:pt x="1867293" y="232130"/>
                </a:lnTo>
                <a:lnTo>
                  <a:pt x="1853526" y="272110"/>
                </a:lnTo>
                <a:lnTo>
                  <a:pt x="1830501" y="313486"/>
                </a:lnTo>
                <a:lnTo>
                  <a:pt x="1815388" y="334949"/>
                </a:lnTo>
                <a:lnTo>
                  <a:pt x="1853590" y="334949"/>
                </a:lnTo>
                <a:lnTo>
                  <a:pt x="1878914" y="297764"/>
                </a:lnTo>
                <a:lnTo>
                  <a:pt x="1896935" y="257581"/>
                </a:lnTo>
                <a:lnTo>
                  <a:pt x="1907768" y="214160"/>
                </a:lnTo>
                <a:lnTo>
                  <a:pt x="1910473" y="191147"/>
                </a:lnTo>
                <a:lnTo>
                  <a:pt x="1911375" y="167259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09605" y="1955916"/>
            <a:ext cx="4401185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114" dirty="0">
                <a:solidFill>
                  <a:srgbClr val="1B2A24"/>
                </a:solidFill>
                <a:latin typeface="Arial"/>
                <a:cs typeface="Arial"/>
              </a:rPr>
              <a:t>Re</a:t>
            </a:r>
            <a:r>
              <a:rPr sz="1550" spc="-114" dirty="0">
                <a:solidFill>
                  <a:srgbClr val="1B2A24"/>
                </a:solidFill>
                <a:latin typeface="Arial"/>
                <a:cs typeface="Arial"/>
              </a:rPr>
              <a:t>mov</a:t>
            </a:r>
            <a:r>
              <a:rPr sz="1500" spc="-114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upli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ca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ntri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 improv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ov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ll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00" spc="-10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qu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lity</a:t>
            </a:r>
            <a:r>
              <a:rPr sz="1450" spc="-6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9104" y="1556585"/>
            <a:ext cx="5498465" cy="18446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2725" indent="-200025">
              <a:lnSpc>
                <a:spcPct val="100000"/>
              </a:lnSpc>
              <a:spcBef>
                <a:spcPts val="90"/>
              </a:spcBef>
              <a:buSzPct val="93333"/>
              <a:buChar char="▪"/>
              <a:tabLst>
                <a:tab pos="212725" algn="l"/>
              </a:tabLst>
            </a:pPr>
            <a:r>
              <a:rPr sz="1500" spc="-105" dirty="0">
                <a:solidFill>
                  <a:srgbClr val="1B2A24"/>
                </a:solidFill>
                <a:latin typeface="Arial"/>
                <a:cs typeface="Arial"/>
              </a:rPr>
              <a:t>Ha</a:t>
            </a:r>
            <a:r>
              <a:rPr sz="1550" spc="-10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10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105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00" spc="-10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5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missing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or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in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onsist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nt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v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lu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in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th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5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tr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ns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ac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tion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10" dirty="0">
                <a:solidFill>
                  <a:srgbClr val="1B2A24"/>
                </a:solidFill>
                <a:latin typeface="Arial"/>
                <a:cs typeface="Arial"/>
              </a:rPr>
              <a:t>ec</a:t>
            </a:r>
            <a:r>
              <a:rPr sz="1550" spc="-10" dirty="0">
                <a:solidFill>
                  <a:srgbClr val="1B2A24"/>
                </a:solidFill>
                <a:latin typeface="Arial"/>
                <a:cs typeface="Arial"/>
              </a:rPr>
              <a:t>or</a:t>
            </a:r>
            <a:r>
              <a:rPr sz="1500" spc="-1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10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450" spc="-1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▪</a:t>
            </a:r>
            <a:endParaRPr sz="1400">
              <a:latin typeface="Arial"/>
              <a:cs typeface="Arial"/>
            </a:endParaRPr>
          </a:p>
          <a:p>
            <a:pPr marL="212725" indent="-200025">
              <a:lnSpc>
                <a:spcPct val="100000"/>
              </a:lnSpc>
              <a:spcBef>
                <a:spcPts val="1390"/>
              </a:spcBef>
              <a:buSzPct val="93333"/>
              <a:buChar char="▪"/>
              <a:tabLst>
                <a:tab pos="212725" algn="l"/>
              </a:tabLst>
            </a:pP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onv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rt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da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fi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into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00" spc="-9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stru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tur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ed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form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for</a:t>
            </a:r>
            <a:r>
              <a:rPr sz="1550" spc="-2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tim</a:t>
            </a:r>
            <a:r>
              <a:rPr sz="1500" spc="-3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30" dirty="0">
                <a:solidFill>
                  <a:srgbClr val="1B2A24"/>
                </a:solidFill>
                <a:latin typeface="Calibri"/>
                <a:cs typeface="Calibri"/>
              </a:rPr>
              <a:t>-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ba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ed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lysis</a:t>
            </a:r>
            <a:r>
              <a:rPr sz="1450" spc="-65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▪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▪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9605" y="2754580"/>
            <a:ext cx="5678170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10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10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105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105" dirty="0">
                <a:solidFill>
                  <a:srgbClr val="1B2A24"/>
                </a:solidFill>
                <a:latin typeface="Arial"/>
                <a:cs typeface="Arial"/>
              </a:rPr>
              <a:t>o</a:t>
            </a:r>
            <a:r>
              <a:rPr sz="1500" spc="-105" dirty="0">
                <a:solidFill>
                  <a:srgbClr val="1B2A24"/>
                </a:solidFill>
                <a:latin typeface="Arial"/>
                <a:cs typeface="Arial"/>
              </a:rPr>
              <a:t>de</a:t>
            </a:r>
            <a:r>
              <a:rPr sz="1500" spc="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ca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gori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ca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l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fi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su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h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2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2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xp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ns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ca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gory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p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ym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nt </a:t>
            </a:r>
            <a:r>
              <a:rPr sz="1550" spc="-10" dirty="0">
                <a:solidFill>
                  <a:srgbClr val="1B2A24"/>
                </a:solidFill>
                <a:latin typeface="Arial"/>
                <a:cs typeface="Arial"/>
              </a:rPr>
              <a:t>mo</a:t>
            </a:r>
            <a:r>
              <a:rPr sz="1500" spc="-10" dirty="0">
                <a:solidFill>
                  <a:srgbClr val="1B2A24"/>
                </a:solidFill>
                <a:latin typeface="Arial"/>
                <a:cs typeface="Arial"/>
              </a:rPr>
              <a:t>de</a:t>
            </a:r>
            <a:r>
              <a:rPr sz="1450" spc="-1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9605" y="3153911"/>
            <a:ext cx="5155565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P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p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7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00" spc="-9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450" spc="-70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450" spc="3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stru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tur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ed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 da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ead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y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for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xplor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tory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lysis</a:t>
            </a:r>
            <a:r>
              <a:rPr sz="1450" spc="-6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701" y="122682"/>
            <a:ext cx="962405" cy="96240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9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7469" y="578687"/>
            <a:ext cx="2552065" cy="276860"/>
          </a:xfrm>
          <a:custGeom>
            <a:avLst/>
            <a:gdLst/>
            <a:ahLst/>
            <a:cxnLst/>
            <a:rect l="l" t="t" r="r" b="b"/>
            <a:pathLst>
              <a:path w="2552065" h="276859">
                <a:moveTo>
                  <a:pt x="178752" y="3708"/>
                </a:moveTo>
                <a:lnTo>
                  <a:pt x="0" y="3708"/>
                </a:lnTo>
                <a:lnTo>
                  <a:pt x="0" y="39268"/>
                </a:lnTo>
                <a:lnTo>
                  <a:pt x="0" y="114198"/>
                </a:lnTo>
                <a:lnTo>
                  <a:pt x="0" y="149758"/>
                </a:lnTo>
                <a:lnTo>
                  <a:pt x="0" y="238658"/>
                </a:lnTo>
                <a:lnTo>
                  <a:pt x="0" y="272948"/>
                </a:lnTo>
                <a:lnTo>
                  <a:pt x="178752" y="272948"/>
                </a:lnTo>
                <a:lnTo>
                  <a:pt x="178752" y="238658"/>
                </a:lnTo>
                <a:lnTo>
                  <a:pt x="37592" y="238658"/>
                </a:lnTo>
                <a:lnTo>
                  <a:pt x="37592" y="149758"/>
                </a:lnTo>
                <a:lnTo>
                  <a:pt x="168478" y="149758"/>
                </a:lnTo>
                <a:lnTo>
                  <a:pt x="168478" y="114198"/>
                </a:lnTo>
                <a:lnTo>
                  <a:pt x="37592" y="114198"/>
                </a:lnTo>
                <a:lnTo>
                  <a:pt x="37592" y="39268"/>
                </a:lnTo>
                <a:lnTo>
                  <a:pt x="178752" y="39268"/>
                </a:lnTo>
                <a:lnTo>
                  <a:pt x="178752" y="3708"/>
                </a:lnTo>
                <a:close/>
              </a:path>
              <a:path w="2552065" h="276859">
                <a:moveTo>
                  <a:pt x="443738" y="272986"/>
                </a:moveTo>
                <a:lnTo>
                  <a:pt x="343395" y="134797"/>
                </a:lnTo>
                <a:lnTo>
                  <a:pt x="437299" y="4178"/>
                </a:lnTo>
                <a:lnTo>
                  <a:pt x="391350" y="4178"/>
                </a:lnTo>
                <a:lnTo>
                  <a:pt x="320332" y="104076"/>
                </a:lnTo>
                <a:lnTo>
                  <a:pt x="249758" y="4178"/>
                </a:lnTo>
                <a:lnTo>
                  <a:pt x="203555" y="4178"/>
                </a:lnTo>
                <a:lnTo>
                  <a:pt x="296837" y="135407"/>
                </a:lnTo>
                <a:lnTo>
                  <a:pt x="197637" y="272986"/>
                </a:lnTo>
                <a:lnTo>
                  <a:pt x="243674" y="272986"/>
                </a:lnTo>
                <a:lnTo>
                  <a:pt x="319811" y="165519"/>
                </a:lnTo>
                <a:lnTo>
                  <a:pt x="397002" y="272986"/>
                </a:lnTo>
                <a:lnTo>
                  <a:pt x="443738" y="272986"/>
                </a:lnTo>
                <a:close/>
              </a:path>
              <a:path w="2552065" h="276859">
                <a:moveTo>
                  <a:pt x="662863" y="88506"/>
                </a:moveTo>
                <a:lnTo>
                  <a:pt x="649808" y="41516"/>
                </a:lnTo>
                <a:lnTo>
                  <a:pt x="624573" y="18059"/>
                </a:lnTo>
                <a:lnTo>
                  <a:pt x="624573" y="89547"/>
                </a:lnTo>
                <a:lnTo>
                  <a:pt x="623582" y="101600"/>
                </a:lnTo>
                <a:lnTo>
                  <a:pt x="599719" y="133197"/>
                </a:lnTo>
                <a:lnTo>
                  <a:pt x="559650" y="140195"/>
                </a:lnTo>
                <a:lnTo>
                  <a:pt x="504913" y="140195"/>
                </a:lnTo>
                <a:lnTo>
                  <a:pt x="504913" y="38989"/>
                </a:lnTo>
                <a:lnTo>
                  <a:pt x="564603" y="38989"/>
                </a:lnTo>
                <a:lnTo>
                  <a:pt x="609168" y="51777"/>
                </a:lnTo>
                <a:lnTo>
                  <a:pt x="624573" y="89547"/>
                </a:lnTo>
                <a:lnTo>
                  <a:pt x="624573" y="18059"/>
                </a:lnTo>
                <a:lnTo>
                  <a:pt x="580644" y="4749"/>
                </a:lnTo>
                <a:lnTo>
                  <a:pt x="568172" y="4178"/>
                </a:lnTo>
                <a:lnTo>
                  <a:pt x="467842" y="4178"/>
                </a:lnTo>
                <a:lnTo>
                  <a:pt x="467842" y="272986"/>
                </a:lnTo>
                <a:lnTo>
                  <a:pt x="504913" y="272986"/>
                </a:lnTo>
                <a:lnTo>
                  <a:pt x="504913" y="175793"/>
                </a:lnTo>
                <a:lnTo>
                  <a:pt x="563562" y="175437"/>
                </a:lnTo>
                <a:lnTo>
                  <a:pt x="602208" y="170027"/>
                </a:lnTo>
                <a:lnTo>
                  <a:pt x="642200" y="146456"/>
                </a:lnTo>
                <a:lnTo>
                  <a:pt x="662025" y="102489"/>
                </a:lnTo>
                <a:lnTo>
                  <a:pt x="662076" y="101600"/>
                </a:lnTo>
                <a:lnTo>
                  <a:pt x="662863" y="88506"/>
                </a:lnTo>
                <a:close/>
              </a:path>
              <a:path w="2552065" h="276859">
                <a:moveTo>
                  <a:pt x="872147" y="238658"/>
                </a:moveTo>
                <a:lnTo>
                  <a:pt x="738835" y="238658"/>
                </a:lnTo>
                <a:lnTo>
                  <a:pt x="738835" y="3708"/>
                </a:lnTo>
                <a:lnTo>
                  <a:pt x="701763" y="3708"/>
                </a:lnTo>
                <a:lnTo>
                  <a:pt x="701763" y="238658"/>
                </a:lnTo>
                <a:lnTo>
                  <a:pt x="701763" y="272948"/>
                </a:lnTo>
                <a:lnTo>
                  <a:pt x="872147" y="272948"/>
                </a:lnTo>
                <a:lnTo>
                  <a:pt x="872147" y="238658"/>
                </a:lnTo>
                <a:close/>
              </a:path>
              <a:path w="2552065" h="276859">
                <a:moveTo>
                  <a:pt x="1125816" y="136893"/>
                </a:moveTo>
                <a:lnTo>
                  <a:pt x="1124915" y="118491"/>
                </a:lnTo>
                <a:lnTo>
                  <a:pt x="1124902" y="118351"/>
                </a:lnTo>
                <a:lnTo>
                  <a:pt x="1122210" y="100812"/>
                </a:lnTo>
                <a:lnTo>
                  <a:pt x="1122146" y="100596"/>
                </a:lnTo>
                <a:lnTo>
                  <a:pt x="1117701" y="83947"/>
                </a:lnTo>
                <a:lnTo>
                  <a:pt x="1117600" y="83718"/>
                </a:lnTo>
                <a:lnTo>
                  <a:pt x="1111377" y="67881"/>
                </a:lnTo>
                <a:lnTo>
                  <a:pt x="1111288" y="67703"/>
                </a:lnTo>
                <a:lnTo>
                  <a:pt x="1089723" y="35763"/>
                </a:lnTo>
                <a:lnTo>
                  <a:pt x="1087882" y="33896"/>
                </a:lnTo>
                <a:lnTo>
                  <a:pt x="1087882" y="136893"/>
                </a:lnTo>
                <a:lnTo>
                  <a:pt x="1087272" y="151841"/>
                </a:lnTo>
                <a:lnTo>
                  <a:pt x="1078128" y="191185"/>
                </a:lnTo>
                <a:lnTo>
                  <a:pt x="1072616" y="202412"/>
                </a:lnTo>
                <a:lnTo>
                  <a:pt x="1066165" y="212051"/>
                </a:lnTo>
                <a:lnTo>
                  <a:pt x="1028852" y="237744"/>
                </a:lnTo>
                <a:lnTo>
                  <a:pt x="1004252" y="241058"/>
                </a:lnTo>
                <a:lnTo>
                  <a:pt x="991362" y="240233"/>
                </a:lnTo>
                <a:lnTo>
                  <a:pt x="949896" y="220776"/>
                </a:lnTo>
                <a:lnTo>
                  <a:pt x="925791" y="178981"/>
                </a:lnTo>
                <a:lnTo>
                  <a:pt x="920267" y="136893"/>
                </a:lnTo>
                <a:lnTo>
                  <a:pt x="920889" y="122656"/>
                </a:lnTo>
                <a:lnTo>
                  <a:pt x="930109" y="84670"/>
                </a:lnTo>
                <a:lnTo>
                  <a:pt x="958735" y="48729"/>
                </a:lnTo>
                <a:lnTo>
                  <a:pt x="1004252" y="35763"/>
                </a:lnTo>
                <a:lnTo>
                  <a:pt x="1017028" y="36576"/>
                </a:lnTo>
                <a:lnTo>
                  <a:pt x="1058214" y="55816"/>
                </a:lnTo>
                <a:lnTo>
                  <a:pt x="1082294" y="96558"/>
                </a:lnTo>
                <a:lnTo>
                  <a:pt x="1087882" y="136893"/>
                </a:lnTo>
                <a:lnTo>
                  <a:pt x="1087882" y="33896"/>
                </a:lnTo>
                <a:lnTo>
                  <a:pt x="1054900" y="10287"/>
                </a:lnTo>
                <a:lnTo>
                  <a:pt x="1004252" y="0"/>
                </a:lnTo>
                <a:lnTo>
                  <a:pt x="985989" y="1143"/>
                </a:lnTo>
                <a:lnTo>
                  <a:pt x="938720" y="18275"/>
                </a:lnTo>
                <a:lnTo>
                  <a:pt x="904608" y="52933"/>
                </a:lnTo>
                <a:lnTo>
                  <a:pt x="885621" y="100596"/>
                </a:lnTo>
                <a:lnTo>
                  <a:pt x="881989" y="136893"/>
                </a:lnTo>
                <a:lnTo>
                  <a:pt x="882878" y="156133"/>
                </a:lnTo>
                <a:lnTo>
                  <a:pt x="896340" y="208076"/>
                </a:lnTo>
                <a:lnTo>
                  <a:pt x="925372" y="248272"/>
                </a:lnTo>
                <a:lnTo>
                  <a:pt x="968717" y="272211"/>
                </a:lnTo>
                <a:lnTo>
                  <a:pt x="1004252" y="276821"/>
                </a:lnTo>
                <a:lnTo>
                  <a:pt x="1022502" y="275666"/>
                </a:lnTo>
                <a:lnTo>
                  <a:pt x="1069695" y="258368"/>
                </a:lnTo>
                <a:lnTo>
                  <a:pt x="1103693" y="223126"/>
                </a:lnTo>
                <a:lnTo>
                  <a:pt x="1122273" y="174371"/>
                </a:lnTo>
                <a:lnTo>
                  <a:pt x="1124940" y="156133"/>
                </a:lnTo>
                <a:lnTo>
                  <a:pt x="1125816" y="136893"/>
                </a:lnTo>
                <a:close/>
              </a:path>
              <a:path w="2552065" h="276859">
                <a:moveTo>
                  <a:pt x="1367751" y="272986"/>
                </a:moveTo>
                <a:lnTo>
                  <a:pt x="1354175" y="214947"/>
                </a:lnTo>
                <a:lnTo>
                  <a:pt x="1353045" y="209905"/>
                </a:lnTo>
                <a:lnTo>
                  <a:pt x="1350645" y="200812"/>
                </a:lnTo>
                <a:lnTo>
                  <a:pt x="1336421" y="165252"/>
                </a:lnTo>
                <a:lnTo>
                  <a:pt x="1336294" y="165087"/>
                </a:lnTo>
                <a:lnTo>
                  <a:pt x="1332776" y="160032"/>
                </a:lnTo>
                <a:lnTo>
                  <a:pt x="1306957" y="144005"/>
                </a:lnTo>
                <a:lnTo>
                  <a:pt x="1310462" y="143675"/>
                </a:lnTo>
                <a:lnTo>
                  <a:pt x="1345730" y="127139"/>
                </a:lnTo>
                <a:lnTo>
                  <a:pt x="1347050" y="125310"/>
                </a:lnTo>
                <a:lnTo>
                  <a:pt x="1352359" y="117970"/>
                </a:lnTo>
                <a:lnTo>
                  <a:pt x="1357083" y="107340"/>
                </a:lnTo>
                <a:lnTo>
                  <a:pt x="1359928" y="95262"/>
                </a:lnTo>
                <a:lnTo>
                  <a:pt x="1360868" y="81711"/>
                </a:lnTo>
                <a:lnTo>
                  <a:pt x="1360068" y="69532"/>
                </a:lnTo>
                <a:lnTo>
                  <a:pt x="1341056" y="30441"/>
                </a:lnTo>
                <a:lnTo>
                  <a:pt x="1322933" y="16891"/>
                </a:lnTo>
                <a:lnTo>
                  <a:pt x="1322933" y="82765"/>
                </a:lnTo>
                <a:lnTo>
                  <a:pt x="1321981" y="93319"/>
                </a:lnTo>
                <a:lnTo>
                  <a:pt x="1289951" y="122834"/>
                </a:lnTo>
                <a:lnTo>
                  <a:pt x="1266532" y="125310"/>
                </a:lnTo>
                <a:lnTo>
                  <a:pt x="1205191" y="125310"/>
                </a:lnTo>
                <a:lnTo>
                  <a:pt x="1205191" y="38989"/>
                </a:lnTo>
                <a:lnTo>
                  <a:pt x="1264361" y="38989"/>
                </a:lnTo>
                <a:lnTo>
                  <a:pt x="1307350" y="49339"/>
                </a:lnTo>
                <a:lnTo>
                  <a:pt x="1322933" y="82765"/>
                </a:lnTo>
                <a:lnTo>
                  <a:pt x="1322933" y="16891"/>
                </a:lnTo>
                <a:lnTo>
                  <a:pt x="1279258" y="4711"/>
                </a:lnTo>
                <a:lnTo>
                  <a:pt x="1266532" y="4178"/>
                </a:lnTo>
                <a:lnTo>
                  <a:pt x="1168120" y="4178"/>
                </a:lnTo>
                <a:lnTo>
                  <a:pt x="1168120" y="272986"/>
                </a:lnTo>
                <a:lnTo>
                  <a:pt x="1205191" y="272986"/>
                </a:lnTo>
                <a:lnTo>
                  <a:pt x="1205191" y="160032"/>
                </a:lnTo>
                <a:lnTo>
                  <a:pt x="1272717" y="160032"/>
                </a:lnTo>
                <a:lnTo>
                  <a:pt x="1303782" y="182308"/>
                </a:lnTo>
                <a:lnTo>
                  <a:pt x="1328851" y="272986"/>
                </a:lnTo>
                <a:lnTo>
                  <a:pt x="1367751" y="272986"/>
                </a:lnTo>
                <a:close/>
              </a:path>
              <a:path w="2552065" h="276859">
                <a:moveTo>
                  <a:pt x="1630387" y="272986"/>
                </a:moveTo>
                <a:lnTo>
                  <a:pt x="1600441" y="196062"/>
                </a:lnTo>
                <a:lnTo>
                  <a:pt x="1586966" y="161429"/>
                </a:lnTo>
                <a:lnTo>
                  <a:pt x="1549590" y="65379"/>
                </a:lnTo>
                <a:lnTo>
                  <a:pt x="1549590" y="161429"/>
                </a:lnTo>
                <a:lnTo>
                  <a:pt x="1460652" y="161429"/>
                </a:lnTo>
                <a:lnTo>
                  <a:pt x="1504937" y="38138"/>
                </a:lnTo>
                <a:lnTo>
                  <a:pt x="1549590" y="161429"/>
                </a:lnTo>
                <a:lnTo>
                  <a:pt x="1549590" y="65379"/>
                </a:lnTo>
                <a:lnTo>
                  <a:pt x="1538478" y="36817"/>
                </a:lnTo>
                <a:lnTo>
                  <a:pt x="1525778" y="4178"/>
                </a:lnTo>
                <a:lnTo>
                  <a:pt x="1484439" y="4178"/>
                </a:lnTo>
                <a:lnTo>
                  <a:pt x="1380020" y="272986"/>
                </a:lnTo>
                <a:lnTo>
                  <a:pt x="1420571" y="272986"/>
                </a:lnTo>
                <a:lnTo>
                  <a:pt x="1448206" y="196062"/>
                </a:lnTo>
                <a:lnTo>
                  <a:pt x="1562138" y="196062"/>
                </a:lnTo>
                <a:lnTo>
                  <a:pt x="1590001" y="272986"/>
                </a:lnTo>
                <a:lnTo>
                  <a:pt x="1630387" y="272986"/>
                </a:lnTo>
                <a:close/>
              </a:path>
              <a:path w="2552065" h="276859">
                <a:moveTo>
                  <a:pt x="1810740" y="3708"/>
                </a:moveTo>
                <a:lnTo>
                  <a:pt x="1599272" y="3708"/>
                </a:lnTo>
                <a:lnTo>
                  <a:pt x="1599272" y="39268"/>
                </a:lnTo>
                <a:lnTo>
                  <a:pt x="1686471" y="39268"/>
                </a:lnTo>
                <a:lnTo>
                  <a:pt x="1686471" y="272948"/>
                </a:lnTo>
                <a:lnTo>
                  <a:pt x="1723796" y="272948"/>
                </a:lnTo>
                <a:lnTo>
                  <a:pt x="1723796" y="39268"/>
                </a:lnTo>
                <a:lnTo>
                  <a:pt x="1810740" y="39268"/>
                </a:lnTo>
                <a:lnTo>
                  <a:pt x="1810740" y="3708"/>
                </a:lnTo>
                <a:close/>
              </a:path>
              <a:path w="2552065" h="276859">
                <a:moveTo>
                  <a:pt x="2059660" y="136893"/>
                </a:moveTo>
                <a:lnTo>
                  <a:pt x="2051545" y="83947"/>
                </a:lnTo>
                <a:lnTo>
                  <a:pt x="2027491" y="39776"/>
                </a:lnTo>
                <a:lnTo>
                  <a:pt x="2021725" y="33896"/>
                </a:lnTo>
                <a:lnTo>
                  <a:pt x="2021725" y="136893"/>
                </a:lnTo>
                <a:lnTo>
                  <a:pt x="2021116" y="151841"/>
                </a:lnTo>
                <a:lnTo>
                  <a:pt x="2011972" y="191185"/>
                </a:lnTo>
                <a:lnTo>
                  <a:pt x="2006460" y="202412"/>
                </a:lnTo>
                <a:lnTo>
                  <a:pt x="2000008" y="212051"/>
                </a:lnTo>
                <a:lnTo>
                  <a:pt x="1962696" y="237744"/>
                </a:lnTo>
                <a:lnTo>
                  <a:pt x="1938096" y="241058"/>
                </a:lnTo>
                <a:lnTo>
                  <a:pt x="1925218" y="240233"/>
                </a:lnTo>
                <a:lnTo>
                  <a:pt x="1883740" y="220776"/>
                </a:lnTo>
                <a:lnTo>
                  <a:pt x="1859635" y="178981"/>
                </a:lnTo>
                <a:lnTo>
                  <a:pt x="1854123" y="136893"/>
                </a:lnTo>
                <a:lnTo>
                  <a:pt x="1854733" y="122656"/>
                </a:lnTo>
                <a:lnTo>
                  <a:pt x="1863953" y="84670"/>
                </a:lnTo>
                <a:lnTo>
                  <a:pt x="1892579" y="48729"/>
                </a:lnTo>
                <a:lnTo>
                  <a:pt x="1938096" y="35763"/>
                </a:lnTo>
                <a:lnTo>
                  <a:pt x="1950872" y="36576"/>
                </a:lnTo>
                <a:lnTo>
                  <a:pt x="1992058" y="55816"/>
                </a:lnTo>
                <a:lnTo>
                  <a:pt x="2016150" y="96558"/>
                </a:lnTo>
                <a:lnTo>
                  <a:pt x="2021725" y="136893"/>
                </a:lnTo>
                <a:lnTo>
                  <a:pt x="2021725" y="33896"/>
                </a:lnTo>
                <a:lnTo>
                  <a:pt x="1988743" y="10287"/>
                </a:lnTo>
                <a:lnTo>
                  <a:pt x="1938096" y="0"/>
                </a:lnTo>
                <a:lnTo>
                  <a:pt x="1919833" y="1143"/>
                </a:lnTo>
                <a:lnTo>
                  <a:pt x="1872564" y="18275"/>
                </a:lnTo>
                <a:lnTo>
                  <a:pt x="1838452" y="52933"/>
                </a:lnTo>
                <a:lnTo>
                  <a:pt x="1819465" y="100596"/>
                </a:lnTo>
                <a:lnTo>
                  <a:pt x="1816735" y="118351"/>
                </a:lnTo>
                <a:lnTo>
                  <a:pt x="1816735" y="118491"/>
                </a:lnTo>
                <a:lnTo>
                  <a:pt x="1815833" y="136893"/>
                </a:lnTo>
                <a:lnTo>
                  <a:pt x="1823910" y="191681"/>
                </a:lnTo>
                <a:lnTo>
                  <a:pt x="1847875" y="236524"/>
                </a:lnTo>
                <a:lnTo>
                  <a:pt x="1886750" y="266446"/>
                </a:lnTo>
                <a:lnTo>
                  <a:pt x="1938096" y="276821"/>
                </a:lnTo>
                <a:lnTo>
                  <a:pt x="1956346" y="275666"/>
                </a:lnTo>
                <a:lnTo>
                  <a:pt x="2003539" y="258368"/>
                </a:lnTo>
                <a:lnTo>
                  <a:pt x="2037537" y="223126"/>
                </a:lnTo>
                <a:lnTo>
                  <a:pt x="2056117" y="174371"/>
                </a:lnTo>
                <a:lnTo>
                  <a:pt x="2058784" y="156133"/>
                </a:lnTo>
                <a:lnTo>
                  <a:pt x="2059660" y="136893"/>
                </a:lnTo>
                <a:close/>
              </a:path>
              <a:path w="2552065" h="276859">
                <a:moveTo>
                  <a:pt x="2301595" y="272986"/>
                </a:moveTo>
                <a:lnTo>
                  <a:pt x="2288019" y="214947"/>
                </a:lnTo>
                <a:lnTo>
                  <a:pt x="2286889" y="209905"/>
                </a:lnTo>
                <a:lnTo>
                  <a:pt x="2284488" y="200812"/>
                </a:lnTo>
                <a:lnTo>
                  <a:pt x="2270264" y="165252"/>
                </a:lnTo>
                <a:lnTo>
                  <a:pt x="2270137" y="165087"/>
                </a:lnTo>
                <a:lnTo>
                  <a:pt x="2266619" y="160032"/>
                </a:lnTo>
                <a:lnTo>
                  <a:pt x="2240800" y="144005"/>
                </a:lnTo>
                <a:lnTo>
                  <a:pt x="2244306" y="143675"/>
                </a:lnTo>
                <a:lnTo>
                  <a:pt x="2279573" y="127139"/>
                </a:lnTo>
                <a:lnTo>
                  <a:pt x="2280894" y="125310"/>
                </a:lnTo>
                <a:lnTo>
                  <a:pt x="2286203" y="117970"/>
                </a:lnTo>
                <a:lnTo>
                  <a:pt x="2290927" y="107340"/>
                </a:lnTo>
                <a:lnTo>
                  <a:pt x="2293772" y="95262"/>
                </a:lnTo>
                <a:lnTo>
                  <a:pt x="2294712" y="81711"/>
                </a:lnTo>
                <a:lnTo>
                  <a:pt x="2293912" y="69532"/>
                </a:lnTo>
                <a:lnTo>
                  <a:pt x="2274913" y="30441"/>
                </a:lnTo>
                <a:lnTo>
                  <a:pt x="2256777" y="16891"/>
                </a:lnTo>
                <a:lnTo>
                  <a:pt x="2256777" y="82765"/>
                </a:lnTo>
                <a:lnTo>
                  <a:pt x="2255824" y="93319"/>
                </a:lnTo>
                <a:lnTo>
                  <a:pt x="2223795" y="122834"/>
                </a:lnTo>
                <a:lnTo>
                  <a:pt x="2200389" y="125310"/>
                </a:lnTo>
                <a:lnTo>
                  <a:pt x="2139035" y="125310"/>
                </a:lnTo>
                <a:lnTo>
                  <a:pt x="2139035" y="38989"/>
                </a:lnTo>
                <a:lnTo>
                  <a:pt x="2198205" y="38989"/>
                </a:lnTo>
                <a:lnTo>
                  <a:pt x="2241194" y="49339"/>
                </a:lnTo>
                <a:lnTo>
                  <a:pt x="2256777" y="82765"/>
                </a:lnTo>
                <a:lnTo>
                  <a:pt x="2256777" y="16891"/>
                </a:lnTo>
                <a:lnTo>
                  <a:pt x="2213102" y="4711"/>
                </a:lnTo>
                <a:lnTo>
                  <a:pt x="2200389" y="4178"/>
                </a:lnTo>
                <a:lnTo>
                  <a:pt x="2101964" y="4178"/>
                </a:lnTo>
                <a:lnTo>
                  <a:pt x="2101964" y="272986"/>
                </a:lnTo>
                <a:lnTo>
                  <a:pt x="2139035" y="272986"/>
                </a:lnTo>
                <a:lnTo>
                  <a:pt x="2139035" y="160032"/>
                </a:lnTo>
                <a:lnTo>
                  <a:pt x="2206561" y="160032"/>
                </a:lnTo>
                <a:lnTo>
                  <a:pt x="2237625" y="182308"/>
                </a:lnTo>
                <a:lnTo>
                  <a:pt x="2262695" y="272986"/>
                </a:lnTo>
                <a:lnTo>
                  <a:pt x="2301595" y="272986"/>
                </a:lnTo>
                <a:close/>
              </a:path>
              <a:path w="2552065" h="276859">
                <a:moveTo>
                  <a:pt x="2551874" y="4178"/>
                </a:moveTo>
                <a:lnTo>
                  <a:pt x="2508186" y="4178"/>
                </a:lnTo>
                <a:lnTo>
                  <a:pt x="2430691" y="136220"/>
                </a:lnTo>
                <a:lnTo>
                  <a:pt x="2354757" y="4178"/>
                </a:lnTo>
                <a:lnTo>
                  <a:pt x="2309418" y="4178"/>
                </a:lnTo>
                <a:lnTo>
                  <a:pt x="2411768" y="165176"/>
                </a:lnTo>
                <a:lnTo>
                  <a:pt x="2411768" y="272986"/>
                </a:lnTo>
                <a:lnTo>
                  <a:pt x="2448839" y="272986"/>
                </a:lnTo>
                <a:lnTo>
                  <a:pt x="2448839" y="165785"/>
                </a:lnTo>
                <a:lnTo>
                  <a:pt x="2467254" y="136893"/>
                </a:lnTo>
                <a:lnTo>
                  <a:pt x="2551874" y="4178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16298" y="581215"/>
            <a:ext cx="878205" cy="270510"/>
          </a:xfrm>
          <a:custGeom>
            <a:avLst/>
            <a:gdLst/>
            <a:ahLst/>
            <a:cxnLst/>
            <a:rect l="l" t="t" r="r" b="b"/>
            <a:pathLst>
              <a:path w="878204" h="270509">
                <a:moveTo>
                  <a:pt x="226352" y="131318"/>
                </a:moveTo>
                <a:lnTo>
                  <a:pt x="217678" y="77127"/>
                </a:lnTo>
                <a:lnTo>
                  <a:pt x="192316" y="35306"/>
                </a:lnTo>
                <a:lnTo>
                  <a:pt x="188315" y="31724"/>
                </a:lnTo>
                <a:lnTo>
                  <a:pt x="188315" y="132359"/>
                </a:lnTo>
                <a:lnTo>
                  <a:pt x="186664" y="157784"/>
                </a:lnTo>
                <a:lnTo>
                  <a:pt x="173482" y="197205"/>
                </a:lnTo>
                <a:lnTo>
                  <a:pt x="129641" y="229285"/>
                </a:lnTo>
                <a:lnTo>
                  <a:pt x="85458" y="235305"/>
                </a:lnTo>
                <a:lnTo>
                  <a:pt x="37071" y="235305"/>
                </a:lnTo>
                <a:lnTo>
                  <a:pt x="37071" y="34544"/>
                </a:lnTo>
                <a:lnTo>
                  <a:pt x="94424" y="34544"/>
                </a:lnTo>
                <a:lnTo>
                  <a:pt x="134315" y="40957"/>
                </a:lnTo>
                <a:lnTo>
                  <a:pt x="174561" y="74358"/>
                </a:lnTo>
                <a:lnTo>
                  <a:pt x="186893" y="111975"/>
                </a:lnTo>
                <a:lnTo>
                  <a:pt x="188315" y="132359"/>
                </a:lnTo>
                <a:lnTo>
                  <a:pt x="188315" y="31724"/>
                </a:lnTo>
                <a:lnTo>
                  <a:pt x="152234" y="8953"/>
                </a:lnTo>
                <a:lnTo>
                  <a:pt x="100164" y="0"/>
                </a:lnTo>
                <a:lnTo>
                  <a:pt x="0" y="0"/>
                </a:lnTo>
                <a:lnTo>
                  <a:pt x="0" y="270459"/>
                </a:lnTo>
                <a:lnTo>
                  <a:pt x="90855" y="270459"/>
                </a:lnTo>
                <a:lnTo>
                  <a:pt x="146507" y="261912"/>
                </a:lnTo>
                <a:lnTo>
                  <a:pt x="189534" y="236270"/>
                </a:lnTo>
                <a:lnTo>
                  <a:pt x="190334" y="235305"/>
                </a:lnTo>
                <a:lnTo>
                  <a:pt x="205638" y="216877"/>
                </a:lnTo>
                <a:lnTo>
                  <a:pt x="217144" y="192925"/>
                </a:lnTo>
                <a:lnTo>
                  <a:pt x="224040" y="164401"/>
                </a:lnTo>
                <a:lnTo>
                  <a:pt x="226352" y="131318"/>
                </a:lnTo>
                <a:close/>
              </a:path>
              <a:path w="878204" h="270509">
                <a:moveTo>
                  <a:pt x="480885" y="270459"/>
                </a:moveTo>
                <a:lnTo>
                  <a:pt x="450951" y="193535"/>
                </a:lnTo>
                <a:lnTo>
                  <a:pt x="437476" y="158902"/>
                </a:lnTo>
                <a:lnTo>
                  <a:pt x="400100" y="62852"/>
                </a:lnTo>
                <a:lnTo>
                  <a:pt x="400100" y="158902"/>
                </a:lnTo>
                <a:lnTo>
                  <a:pt x="311150" y="158902"/>
                </a:lnTo>
                <a:lnTo>
                  <a:pt x="355447" y="35610"/>
                </a:lnTo>
                <a:lnTo>
                  <a:pt x="400100" y="158902"/>
                </a:lnTo>
                <a:lnTo>
                  <a:pt x="400100" y="62852"/>
                </a:lnTo>
                <a:lnTo>
                  <a:pt x="388988" y="34290"/>
                </a:lnTo>
                <a:lnTo>
                  <a:pt x="376288" y="1651"/>
                </a:lnTo>
                <a:lnTo>
                  <a:pt x="334949" y="1651"/>
                </a:lnTo>
                <a:lnTo>
                  <a:pt x="230530" y="270459"/>
                </a:lnTo>
                <a:lnTo>
                  <a:pt x="271081" y="270459"/>
                </a:lnTo>
                <a:lnTo>
                  <a:pt x="298716" y="193535"/>
                </a:lnTo>
                <a:lnTo>
                  <a:pt x="412648" y="193535"/>
                </a:lnTo>
                <a:lnTo>
                  <a:pt x="440512" y="270459"/>
                </a:lnTo>
                <a:lnTo>
                  <a:pt x="480885" y="270459"/>
                </a:lnTo>
                <a:close/>
              </a:path>
              <a:path w="878204" h="270509">
                <a:moveTo>
                  <a:pt x="661250" y="1181"/>
                </a:moveTo>
                <a:lnTo>
                  <a:pt x="449783" y="1181"/>
                </a:lnTo>
                <a:lnTo>
                  <a:pt x="449783" y="36741"/>
                </a:lnTo>
                <a:lnTo>
                  <a:pt x="536981" y="36741"/>
                </a:lnTo>
                <a:lnTo>
                  <a:pt x="536981" y="270421"/>
                </a:lnTo>
                <a:lnTo>
                  <a:pt x="574306" y="270421"/>
                </a:lnTo>
                <a:lnTo>
                  <a:pt x="574306" y="36741"/>
                </a:lnTo>
                <a:lnTo>
                  <a:pt x="661250" y="36741"/>
                </a:lnTo>
                <a:lnTo>
                  <a:pt x="661250" y="1181"/>
                </a:lnTo>
                <a:close/>
              </a:path>
              <a:path w="878204" h="270509">
                <a:moveTo>
                  <a:pt x="877671" y="270459"/>
                </a:moveTo>
                <a:lnTo>
                  <a:pt x="847737" y="193535"/>
                </a:lnTo>
                <a:lnTo>
                  <a:pt x="834263" y="158902"/>
                </a:lnTo>
                <a:lnTo>
                  <a:pt x="796886" y="62852"/>
                </a:lnTo>
                <a:lnTo>
                  <a:pt x="796886" y="158902"/>
                </a:lnTo>
                <a:lnTo>
                  <a:pt x="707936" y="158902"/>
                </a:lnTo>
                <a:lnTo>
                  <a:pt x="752233" y="35610"/>
                </a:lnTo>
                <a:lnTo>
                  <a:pt x="796886" y="158902"/>
                </a:lnTo>
                <a:lnTo>
                  <a:pt x="796886" y="62852"/>
                </a:lnTo>
                <a:lnTo>
                  <a:pt x="785774" y="34290"/>
                </a:lnTo>
                <a:lnTo>
                  <a:pt x="773074" y="1651"/>
                </a:lnTo>
                <a:lnTo>
                  <a:pt x="731735" y="1651"/>
                </a:lnTo>
                <a:lnTo>
                  <a:pt x="627303" y="270459"/>
                </a:lnTo>
                <a:lnTo>
                  <a:pt x="667854" y="270459"/>
                </a:lnTo>
                <a:lnTo>
                  <a:pt x="695490" y="193535"/>
                </a:lnTo>
                <a:lnTo>
                  <a:pt x="809434" y="193535"/>
                </a:lnTo>
                <a:lnTo>
                  <a:pt x="837298" y="270459"/>
                </a:lnTo>
                <a:lnTo>
                  <a:pt x="877671" y="270459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88915" y="579297"/>
            <a:ext cx="1705610" cy="276225"/>
          </a:xfrm>
          <a:custGeom>
            <a:avLst/>
            <a:gdLst/>
            <a:ahLst/>
            <a:cxnLst/>
            <a:rect l="l" t="t" r="r" b="b"/>
            <a:pathLst>
              <a:path w="1705609" h="276225">
                <a:moveTo>
                  <a:pt x="250367" y="272376"/>
                </a:moveTo>
                <a:lnTo>
                  <a:pt x="220433" y="195453"/>
                </a:lnTo>
                <a:lnTo>
                  <a:pt x="206946" y="160820"/>
                </a:lnTo>
                <a:lnTo>
                  <a:pt x="169570" y="64770"/>
                </a:lnTo>
                <a:lnTo>
                  <a:pt x="169570" y="160820"/>
                </a:lnTo>
                <a:lnTo>
                  <a:pt x="80632" y="160820"/>
                </a:lnTo>
                <a:lnTo>
                  <a:pt x="124917" y="37528"/>
                </a:lnTo>
                <a:lnTo>
                  <a:pt x="169570" y="160820"/>
                </a:lnTo>
                <a:lnTo>
                  <a:pt x="169570" y="64770"/>
                </a:lnTo>
                <a:lnTo>
                  <a:pt x="158457" y="36207"/>
                </a:lnTo>
                <a:lnTo>
                  <a:pt x="145757" y="3568"/>
                </a:lnTo>
                <a:lnTo>
                  <a:pt x="104419" y="3568"/>
                </a:lnTo>
                <a:lnTo>
                  <a:pt x="0" y="272376"/>
                </a:lnTo>
                <a:lnTo>
                  <a:pt x="40551" y="272376"/>
                </a:lnTo>
                <a:lnTo>
                  <a:pt x="68186" y="195453"/>
                </a:lnTo>
                <a:lnTo>
                  <a:pt x="182118" y="195453"/>
                </a:lnTo>
                <a:lnTo>
                  <a:pt x="209981" y="272376"/>
                </a:lnTo>
                <a:lnTo>
                  <a:pt x="250367" y="272376"/>
                </a:lnTo>
                <a:close/>
              </a:path>
              <a:path w="1705609" h="276225">
                <a:moveTo>
                  <a:pt x="491070" y="3568"/>
                </a:moveTo>
                <a:lnTo>
                  <a:pt x="453478" y="3568"/>
                </a:lnTo>
                <a:lnTo>
                  <a:pt x="457962" y="237629"/>
                </a:lnTo>
                <a:lnTo>
                  <a:pt x="347472" y="34988"/>
                </a:lnTo>
                <a:lnTo>
                  <a:pt x="330339" y="3568"/>
                </a:lnTo>
                <a:lnTo>
                  <a:pt x="278206" y="3568"/>
                </a:lnTo>
                <a:lnTo>
                  <a:pt x="278206" y="272376"/>
                </a:lnTo>
                <a:lnTo>
                  <a:pt x="315277" y="272376"/>
                </a:lnTo>
                <a:lnTo>
                  <a:pt x="310972" y="37261"/>
                </a:lnTo>
                <a:lnTo>
                  <a:pt x="439204" y="272376"/>
                </a:lnTo>
                <a:lnTo>
                  <a:pt x="491070" y="272376"/>
                </a:lnTo>
                <a:lnTo>
                  <a:pt x="491070" y="239483"/>
                </a:lnTo>
                <a:lnTo>
                  <a:pt x="491070" y="3568"/>
                </a:lnTo>
                <a:close/>
              </a:path>
              <a:path w="1705609" h="276225">
                <a:moveTo>
                  <a:pt x="762749" y="272376"/>
                </a:moveTo>
                <a:lnTo>
                  <a:pt x="732815" y="195453"/>
                </a:lnTo>
                <a:lnTo>
                  <a:pt x="719340" y="160820"/>
                </a:lnTo>
                <a:lnTo>
                  <a:pt x="681964" y="64770"/>
                </a:lnTo>
                <a:lnTo>
                  <a:pt x="681964" y="160820"/>
                </a:lnTo>
                <a:lnTo>
                  <a:pt x="593026" y="160820"/>
                </a:lnTo>
                <a:lnTo>
                  <a:pt x="637311" y="37528"/>
                </a:lnTo>
                <a:lnTo>
                  <a:pt x="681964" y="160820"/>
                </a:lnTo>
                <a:lnTo>
                  <a:pt x="681964" y="64770"/>
                </a:lnTo>
                <a:lnTo>
                  <a:pt x="670852" y="36207"/>
                </a:lnTo>
                <a:lnTo>
                  <a:pt x="658152" y="3568"/>
                </a:lnTo>
                <a:lnTo>
                  <a:pt x="616813" y="3568"/>
                </a:lnTo>
                <a:lnTo>
                  <a:pt x="512394" y="272376"/>
                </a:lnTo>
                <a:lnTo>
                  <a:pt x="552945" y="272376"/>
                </a:lnTo>
                <a:lnTo>
                  <a:pt x="580580" y="195453"/>
                </a:lnTo>
                <a:lnTo>
                  <a:pt x="694512" y="195453"/>
                </a:lnTo>
                <a:lnTo>
                  <a:pt x="722376" y="272376"/>
                </a:lnTo>
                <a:lnTo>
                  <a:pt x="762749" y="272376"/>
                </a:lnTo>
                <a:close/>
              </a:path>
              <a:path w="1705609" h="276225">
                <a:moveTo>
                  <a:pt x="960996" y="238048"/>
                </a:moveTo>
                <a:lnTo>
                  <a:pt x="827671" y="238048"/>
                </a:lnTo>
                <a:lnTo>
                  <a:pt x="827671" y="3098"/>
                </a:lnTo>
                <a:lnTo>
                  <a:pt x="790600" y="3098"/>
                </a:lnTo>
                <a:lnTo>
                  <a:pt x="790600" y="238048"/>
                </a:lnTo>
                <a:lnTo>
                  <a:pt x="790600" y="272338"/>
                </a:lnTo>
                <a:lnTo>
                  <a:pt x="960996" y="272338"/>
                </a:lnTo>
                <a:lnTo>
                  <a:pt x="960996" y="238048"/>
                </a:lnTo>
                <a:close/>
              </a:path>
              <a:path w="1705609" h="276225">
                <a:moveTo>
                  <a:pt x="1182420" y="3568"/>
                </a:moveTo>
                <a:lnTo>
                  <a:pt x="1138732" y="3568"/>
                </a:lnTo>
                <a:lnTo>
                  <a:pt x="1061250" y="135610"/>
                </a:lnTo>
                <a:lnTo>
                  <a:pt x="985316" y="3568"/>
                </a:lnTo>
                <a:lnTo>
                  <a:pt x="939977" y="3568"/>
                </a:lnTo>
                <a:lnTo>
                  <a:pt x="1042314" y="164566"/>
                </a:lnTo>
                <a:lnTo>
                  <a:pt x="1042314" y="272376"/>
                </a:lnTo>
                <a:lnTo>
                  <a:pt x="1079385" y="272376"/>
                </a:lnTo>
                <a:lnTo>
                  <a:pt x="1079385" y="165176"/>
                </a:lnTo>
                <a:lnTo>
                  <a:pt x="1097813" y="136283"/>
                </a:lnTo>
                <a:lnTo>
                  <a:pt x="1182420" y="3568"/>
                </a:lnTo>
                <a:close/>
              </a:path>
              <a:path w="1705609" h="276225">
                <a:moveTo>
                  <a:pt x="1393405" y="195453"/>
                </a:moveTo>
                <a:lnTo>
                  <a:pt x="1381277" y="155079"/>
                </a:lnTo>
                <a:lnTo>
                  <a:pt x="1347546" y="132473"/>
                </a:lnTo>
                <a:lnTo>
                  <a:pt x="1284630" y="111734"/>
                </a:lnTo>
                <a:lnTo>
                  <a:pt x="1273505" y="107899"/>
                </a:lnTo>
                <a:lnTo>
                  <a:pt x="1241907" y="82562"/>
                </a:lnTo>
                <a:lnTo>
                  <a:pt x="1241907" y="66662"/>
                </a:lnTo>
                <a:lnTo>
                  <a:pt x="1271181" y="37668"/>
                </a:lnTo>
                <a:lnTo>
                  <a:pt x="1294384" y="34632"/>
                </a:lnTo>
                <a:lnTo>
                  <a:pt x="1306156" y="35407"/>
                </a:lnTo>
                <a:lnTo>
                  <a:pt x="1341602" y="53746"/>
                </a:lnTo>
                <a:lnTo>
                  <a:pt x="1355293" y="82765"/>
                </a:lnTo>
                <a:lnTo>
                  <a:pt x="1389761" y="73101"/>
                </a:lnTo>
                <a:lnTo>
                  <a:pt x="1370177" y="30454"/>
                </a:lnTo>
                <a:lnTo>
                  <a:pt x="1337106" y="7569"/>
                </a:lnTo>
                <a:lnTo>
                  <a:pt x="1295946" y="0"/>
                </a:lnTo>
                <a:lnTo>
                  <a:pt x="1281506" y="647"/>
                </a:lnTo>
                <a:lnTo>
                  <a:pt x="1235417" y="15925"/>
                </a:lnTo>
                <a:lnTo>
                  <a:pt x="1209649" y="46520"/>
                </a:lnTo>
                <a:lnTo>
                  <a:pt x="1203871" y="74930"/>
                </a:lnTo>
                <a:lnTo>
                  <a:pt x="1204836" y="87350"/>
                </a:lnTo>
                <a:lnTo>
                  <a:pt x="1227823" y="124688"/>
                </a:lnTo>
                <a:lnTo>
                  <a:pt x="1262964" y="142024"/>
                </a:lnTo>
                <a:lnTo>
                  <a:pt x="1304467" y="155244"/>
                </a:lnTo>
                <a:lnTo>
                  <a:pt x="1314132" y="158496"/>
                </a:lnTo>
                <a:lnTo>
                  <a:pt x="1353959" y="184315"/>
                </a:lnTo>
                <a:lnTo>
                  <a:pt x="1355471" y="189966"/>
                </a:lnTo>
                <a:lnTo>
                  <a:pt x="1355471" y="204939"/>
                </a:lnTo>
                <a:lnTo>
                  <a:pt x="1329626" y="234530"/>
                </a:lnTo>
                <a:lnTo>
                  <a:pt x="1299248" y="240449"/>
                </a:lnTo>
                <a:lnTo>
                  <a:pt x="1286649" y="239687"/>
                </a:lnTo>
                <a:lnTo>
                  <a:pt x="1247876" y="221322"/>
                </a:lnTo>
                <a:lnTo>
                  <a:pt x="1232674" y="189103"/>
                </a:lnTo>
                <a:lnTo>
                  <a:pt x="1195692" y="199898"/>
                </a:lnTo>
                <a:lnTo>
                  <a:pt x="1219403" y="247294"/>
                </a:lnTo>
                <a:lnTo>
                  <a:pt x="1262722" y="271399"/>
                </a:lnTo>
                <a:lnTo>
                  <a:pt x="1298562" y="275945"/>
                </a:lnTo>
                <a:lnTo>
                  <a:pt x="1312151" y="275310"/>
                </a:lnTo>
                <a:lnTo>
                  <a:pt x="1358138" y="260045"/>
                </a:lnTo>
                <a:lnTo>
                  <a:pt x="1386662" y="227533"/>
                </a:lnTo>
                <a:lnTo>
                  <a:pt x="1392656" y="206730"/>
                </a:lnTo>
                <a:lnTo>
                  <a:pt x="1393405" y="195453"/>
                </a:lnTo>
                <a:close/>
              </a:path>
              <a:path w="1705609" h="276225">
                <a:moveTo>
                  <a:pt x="1468691" y="3568"/>
                </a:moveTo>
                <a:lnTo>
                  <a:pt x="1431620" y="3568"/>
                </a:lnTo>
                <a:lnTo>
                  <a:pt x="1431620" y="272376"/>
                </a:lnTo>
                <a:lnTo>
                  <a:pt x="1468691" y="272376"/>
                </a:lnTo>
                <a:lnTo>
                  <a:pt x="1468691" y="3568"/>
                </a:lnTo>
                <a:close/>
              </a:path>
              <a:path w="1705609" h="276225">
                <a:moveTo>
                  <a:pt x="1705305" y="195453"/>
                </a:moveTo>
                <a:lnTo>
                  <a:pt x="1693164" y="155079"/>
                </a:lnTo>
                <a:lnTo>
                  <a:pt x="1659445" y="132473"/>
                </a:lnTo>
                <a:lnTo>
                  <a:pt x="1596517" y="111734"/>
                </a:lnTo>
                <a:lnTo>
                  <a:pt x="1585391" y="107899"/>
                </a:lnTo>
                <a:lnTo>
                  <a:pt x="1553794" y="82562"/>
                </a:lnTo>
                <a:lnTo>
                  <a:pt x="1553794" y="66662"/>
                </a:lnTo>
                <a:lnTo>
                  <a:pt x="1583067" y="37668"/>
                </a:lnTo>
                <a:lnTo>
                  <a:pt x="1606270" y="34632"/>
                </a:lnTo>
                <a:lnTo>
                  <a:pt x="1618043" y="35407"/>
                </a:lnTo>
                <a:lnTo>
                  <a:pt x="1653501" y="53746"/>
                </a:lnTo>
                <a:lnTo>
                  <a:pt x="1667179" y="82765"/>
                </a:lnTo>
                <a:lnTo>
                  <a:pt x="1701647" y="73101"/>
                </a:lnTo>
                <a:lnTo>
                  <a:pt x="1682064" y="30454"/>
                </a:lnTo>
                <a:lnTo>
                  <a:pt x="1648993" y="7569"/>
                </a:lnTo>
                <a:lnTo>
                  <a:pt x="1607832" y="0"/>
                </a:lnTo>
                <a:lnTo>
                  <a:pt x="1593405" y="647"/>
                </a:lnTo>
                <a:lnTo>
                  <a:pt x="1547317" y="15925"/>
                </a:lnTo>
                <a:lnTo>
                  <a:pt x="1521536" y="46520"/>
                </a:lnTo>
                <a:lnTo>
                  <a:pt x="1515770" y="74930"/>
                </a:lnTo>
                <a:lnTo>
                  <a:pt x="1516722" y="87350"/>
                </a:lnTo>
                <a:lnTo>
                  <a:pt x="1539709" y="124688"/>
                </a:lnTo>
                <a:lnTo>
                  <a:pt x="1574850" y="142024"/>
                </a:lnTo>
                <a:lnTo>
                  <a:pt x="1616367" y="155244"/>
                </a:lnTo>
                <a:lnTo>
                  <a:pt x="1626019" y="158496"/>
                </a:lnTo>
                <a:lnTo>
                  <a:pt x="1665846" y="184315"/>
                </a:lnTo>
                <a:lnTo>
                  <a:pt x="1667357" y="189966"/>
                </a:lnTo>
                <a:lnTo>
                  <a:pt x="1667357" y="204939"/>
                </a:lnTo>
                <a:lnTo>
                  <a:pt x="1641513" y="234530"/>
                </a:lnTo>
                <a:lnTo>
                  <a:pt x="1611147" y="240449"/>
                </a:lnTo>
                <a:lnTo>
                  <a:pt x="1598536" y="239687"/>
                </a:lnTo>
                <a:lnTo>
                  <a:pt x="1559763" y="221322"/>
                </a:lnTo>
                <a:lnTo>
                  <a:pt x="1544574" y="189103"/>
                </a:lnTo>
                <a:lnTo>
                  <a:pt x="1507591" y="199898"/>
                </a:lnTo>
                <a:lnTo>
                  <a:pt x="1531289" y="247294"/>
                </a:lnTo>
                <a:lnTo>
                  <a:pt x="1574609" y="271399"/>
                </a:lnTo>
                <a:lnTo>
                  <a:pt x="1610448" y="275945"/>
                </a:lnTo>
                <a:lnTo>
                  <a:pt x="1624050" y="275310"/>
                </a:lnTo>
                <a:lnTo>
                  <a:pt x="1670024" y="260045"/>
                </a:lnTo>
                <a:lnTo>
                  <a:pt x="1698548" y="227533"/>
                </a:lnTo>
                <a:lnTo>
                  <a:pt x="1704555" y="206730"/>
                </a:lnTo>
                <a:lnTo>
                  <a:pt x="1705305" y="195453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731420" y="1346066"/>
            <a:ext cx="603250" cy="113664"/>
            <a:chOff x="731420" y="1346066"/>
            <a:chExt cx="603250" cy="11366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420" y="1348824"/>
              <a:ext cx="79226" cy="10920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36781" y="1346066"/>
              <a:ext cx="15240" cy="112395"/>
            </a:xfrm>
            <a:custGeom>
              <a:avLst/>
              <a:gdLst/>
              <a:ahLst/>
              <a:cxnLst/>
              <a:rect l="l" t="t" r="r" b="b"/>
              <a:pathLst>
                <a:path w="15240" h="112394">
                  <a:moveTo>
                    <a:pt x="14706" y="111963"/>
                  </a:moveTo>
                  <a:lnTo>
                    <a:pt x="0" y="111963"/>
                  </a:lnTo>
                  <a:lnTo>
                    <a:pt x="0" y="0"/>
                  </a:lnTo>
                  <a:lnTo>
                    <a:pt x="14706" y="0"/>
                  </a:lnTo>
                  <a:lnTo>
                    <a:pt x="14706" y="111963"/>
                  </a:lnTo>
                  <a:close/>
                </a:path>
              </a:pathLst>
            </a:custGeom>
            <a:solidFill>
              <a:srgbClr val="D4A0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830" y="1377389"/>
              <a:ext cx="67135" cy="821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1163" y="1377495"/>
              <a:ext cx="67206" cy="8053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5844" y="1377495"/>
              <a:ext cx="67206" cy="8053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6672" y="1377389"/>
              <a:ext cx="73251" cy="8208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1353" y="1346066"/>
              <a:ext cx="73074" cy="113518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01952" y="1346066"/>
            <a:ext cx="734665" cy="14077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09104" y="1644640"/>
            <a:ext cx="88900" cy="1437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▪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▪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▪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▪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9605" y="1636785"/>
            <a:ext cx="5200015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114" dirty="0">
                <a:solidFill>
                  <a:srgbClr val="1B2A24"/>
                </a:solidFill>
                <a:latin typeface="Arial"/>
                <a:cs typeface="Arial"/>
              </a:rPr>
              <a:t>U</a:t>
            </a:r>
            <a:r>
              <a:rPr sz="1550" spc="-114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00" spc="-114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group</a:t>
            </a:r>
            <a:r>
              <a:rPr sz="1500" spc="-30" dirty="0">
                <a:solidFill>
                  <a:srgbClr val="1B2A24"/>
                </a:solidFill>
                <a:latin typeface="Arial"/>
                <a:cs typeface="Arial"/>
              </a:rPr>
              <a:t>b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y</a:t>
            </a:r>
            <a:r>
              <a:rPr sz="1450" spc="-30" dirty="0">
                <a:solidFill>
                  <a:srgbClr val="1B2A24"/>
                </a:solidFill>
                <a:latin typeface="Calibri"/>
                <a:cs typeface="Calibri"/>
              </a:rPr>
              <a:t>()</a:t>
            </a:r>
            <a:r>
              <a:rPr sz="1450" spc="3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summ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riz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sp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ing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b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y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ca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gory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b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y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1B2A24"/>
                </a:solidFill>
                <a:latin typeface="Arial"/>
                <a:cs typeface="Arial"/>
              </a:rPr>
              <a:t>month</a:t>
            </a:r>
            <a:r>
              <a:rPr sz="1450" spc="-1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9605" y="2036117"/>
            <a:ext cx="5549265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114" dirty="0">
                <a:solidFill>
                  <a:srgbClr val="1B2A24"/>
                </a:solidFill>
                <a:latin typeface="Arial"/>
                <a:cs typeface="Arial"/>
              </a:rPr>
              <a:t>U</a:t>
            </a:r>
            <a:r>
              <a:rPr sz="1550" spc="-114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00" spc="-114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1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1B2A24"/>
                </a:solidFill>
                <a:latin typeface="Arial"/>
                <a:cs typeface="Arial"/>
              </a:rPr>
              <a:t>de</a:t>
            </a:r>
            <a:r>
              <a:rPr sz="1550" spc="-20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00" spc="-2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20" dirty="0">
                <a:solidFill>
                  <a:srgbClr val="1B2A24"/>
                </a:solidFill>
                <a:latin typeface="Arial"/>
                <a:cs typeface="Arial"/>
              </a:rPr>
              <a:t>ri</a:t>
            </a:r>
            <a:r>
              <a:rPr sz="1500" spc="-20" dirty="0">
                <a:solidFill>
                  <a:srgbClr val="1B2A24"/>
                </a:solidFill>
                <a:latin typeface="Arial"/>
                <a:cs typeface="Arial"/>
              </a:rPr>
              <a:t>be</a:t>
            </a:r>
            <a:r>
              <a:rPr sz="1450" spc="-20" dirty="0">
                <a:solidFill>
                  <a:srgbClr val="1B2A24"/>
                </a:solidFill>
                <a:latin typeface="Calibri"/>
                <a:cs typeface="Calibri"/>
              </a:rPr>
              <a:t>()</a:t>
            </a:r>
            <a:r>
              <a:rPr sz="1450" spc="-10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stu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y</a:t>
            </a:r>
            <a:r>
              <a:rPr sz="1550" spc="-11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th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4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st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tisti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ca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istri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b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ution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25" dirty="0">
                <a:solidFill>
                  <a:srgbClr val="1B2A24"/>
                </a:solidFill>
                <a:latin typeface="Arial"/>
                <a:cs typeface="Arial"/>
              </a:rPr>
              <a:t>of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xp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ns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3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3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mounts</a:t>
            </a:r>
            <a:r>
              <a:rPr sz="1450" spc="-3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9605" y="2435448"/>
            <a:ext cx="6602095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B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uil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 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orr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tion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m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trix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stu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y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th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tionship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be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tw</a:t>
            </a:r>
            <a:r>
              <a:rPr sz="1500" spc="-40" dirty="0">
                <a:solidFill>
                  <a:srgbClr val="1B2A24"/>
                </a:solidFill>
                <a:latin typeface="Arial"/>
                <a:cs typeface="Arial"/>
              </a:rPr>
              <a:t>ee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in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om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3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xp</a:t>
            </a:r>
            <a:r>
              <a:rPr sz="1500" spc="-3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3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itur</a:t>
            </a:r>
            <a:r>
              <a:rPr sz="1500" spc="-3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450" spc="-35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9605" y="2834780"/>
            <a:ext cx="4599940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Ide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ntify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ca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gori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months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wh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sp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ing 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is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high</a:t>
            </a:r>
            <a:r>
              <a:rPr sz="1500" spc="-3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st</a:t>
            </a:r>
            <a:r>
              <a:rPr sz="1450" spc="-35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0701" y="122682"/>
            <a:ext cx="962405" cy="962405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9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7469" y="581215"/>
            <a:ext cx="878205" cy="270510"/>
          </a:xfrm>
          <a:custGeom>
            <a:avLst/>
            <a:gdLst/>
            <a:ahLst/>
            <a:cxnLst/>
            <a:rect l="l" t="t" r="r" b="b"/>
            <a:pathLst>
              <a:path w="878205" h="270509">
                <a:moveTo>
                  <a:pt x="226352" y="131318"/>
                </a:moveTo>
                <a:lnTo>
                  <a:pt x="217690" y="77127"/>
                </a:lnTo>
                <a:lnTo>
                  <a:pt x="192328" y="35306"/>
                </a:lnTo>
                <a:lnTo>
                  <a:pt x="188328" y="31737"/>
                </a:lnTo>
                <a:lnTo>
                  <a:pt x="188328" y="132359"/>
                </a:lnTo>
                <a:lnTo>
                  <a:pt x="186677" y="157784"/>
                </a:lnTo>
                <a:lnTo>
                  <a:pt x="173494" y="197205"/>
                </a:lnTo>
                <a:lnTo>
                  <a:pt x="129641" y="229285"/>
                </a:lnTo>
                <a:lnTo>
                  <a:pt x="85458" y="235305"/>
                </a:lnTo>
                <a:lnTo>
                  <a:pt x="37071" y="235305"/>
                </a:lnTo>
                <a:lnTo>
                  <a:pt x="37071" y="34544"/>
                </a:lnTo>
                <a:lnTo>
                  <a:pt x="94424" y="34544"/>
                </a:lnTo>
                <a:lnTo>
                  <a:pt x="134327" y="40957"/>
                </a:lnTo>
                <a:lnTo>
                  <a:pt x="174561" y="74358"/>
                </a:lnTo>
                <a:lnTo>
                  <a:pt x="186905" y="111975"/>
                </a:lnTo>
                <a:lnTo>
                  <a:pt x="188328" y="132359"/>
                </a:lnTo>
                <a:lnTo>
                  <a:pt x="188328" y="31737"/>
                </a:lnTo>
                <a:lnTo>
                  <a:pt x="152234" y="8953"/>
                </a:lnTo>
                <a:lnTo>
                  <a:pt x="100164" y="0"/>
                </a:lnTo>
                <a:lnTo>
                  <a:pt x="0" y="0"/>
                </a:lnTo>
                <a:lnTo>
                  <a:pt x="0" y="270459"/>
                </a:lnTo>
                <a:lnTo>
                  <a:pt x="90855" y="270459"/>
                </a:lnTo>
                <a:lnTo>
                  <a:pt x="146507" y="261912"/>
                </a:lnTo>
                <a:lnTo>
                  <a:pt x="189534" y="236270"/>
                </a:lnTo>
                <a:lnTo>
                  <a:pt x="190334" y="235305"/>
                </a:lnTo>
                <a:lnTo>
                  <a:pt x="205651" y="216877"/>
                </a:lnTo>
                <a:lnTo>
                  <a:pt x="217144" y="192925"/>
                </a:lnTo>
                <a:lnTo>
                  <a:pt x="224053" y="164401"/>
                </a:lnTo>
                <a:lnTo>
                  <a:pt x="226352" y="131318"/>
                </a:lnTo>
                <a:close/>
              </a:path>
              <a:path w="878205" h="270509">
                <a:moveTo>
                  <a:pt x="480898" y="270459"/>
                </a:moveTo>
                <a:lnTo>
                  <a:pt x="450964" y="193535"/>
                </a:lnTo>
                <a:lnTo>
                  <a:pt x="437476" y="158902"/>
                </a:lnTo>
                <a:lnTo>
                  <a:pt x="400100" y="62852"/>
                </a:lnTo>
                <a:lnTo>
                  <a:pt x="400100" y="158902"/>
                </a:lnTo>
                <a:lnTo>
                  <a:pt x="311162" y="158902"/>
                </a:lnTo>
                <a:lnTo>
                  <a:pt x="355447" y="35610"/>
                </a:lnTo>
                <a:lnTo>
                  <a:pt x="400100" y="158902"/>
                </a:lnTo>
                <a:lnTo>
                  <a:pt x="400100" y="62852"/>
                </a:lnTo>
                <a:lnTo>
                  <a:pt x="388988" y="34290"/>
                </a:lnTo>
                <a:lnTo>
                  <a:pt x="376288" y="1651"/>
                </a:lnTo>
                <a:lnTo>
                  <a:pt x="334949" y="1651"/>
                </a:lnTo>
                <a:lnTo>
                  <a:pt x="230530" y="270459"/>
                </a:lnTo>
                <a:lnTo>
                  <a:pt x="271081" y="270459"/>
                </a:lnTo>
                <a:lnTo>
                  <a:pt x="298716" y="193535"/>
                </a:lnTo>
                <a:lnTo>
                  <a:pt x="412648" y="193535"/>
                </a:lnTo>
                <a:lnTo>
                  <a:pt x="440512" y="270459"/>
                </a:lnTo>
                <a:lnTo>
                  <a:pt x="480898" y="270459"/>
                </a:lnTo>
                <a:close/>
              </a:path>
              <a:path w="878205" h="270509">
                <a:moveTo>
                  <a:pt x="661250" y="1181"/>
                </a:moveTo>
                <a:lnTo>
                  <a:pt x="449783" y="1181"/>
                </a:lnTo>
                <a:lnTo>
                  <a:pt x="449783" y="36741"/>
                </a:lnTo>
                <a:lnTo>
                  <a:pt x="536981" y="36741"/>
                </a:lnTo>
                <a:lnTo>
                  <a:pt x="536981" y="270421"/>
                </a:lnTo>
                <a:lnTo>
                  <a:pt x="574306" y="270421"/>
                </a:lnTo>
                <a:lnTo>
                  <a:pt x="574306" y="36741"/>
                </a:lnTo>
                <a:lnTo>
                  <a:pt x="661250" y="36741"/>
                </a:lnTo>
                <a:lnTo>
                  <a:pt x="661250" y="1181"/>
                </a:lnTo>
                <a:close/>
              </a:path>
              <a:path w="878205" h="270509">
                <a:moveTo>
                  <a:pt x="877671" y="270459"/>
                </a:moveTo>
                <a:lnTo>
                  <a:pt x="847737" y="193535"/>
                </a:lnTo>
                <a:lnTo>
                  <a:pt x="834263" y="158902"/>
                </a:lnTo>
                <a:lnTo>
                  <a:pt x="796886" y="62852"/>
                </a:lnTo>
                <a:lnTo>
                  <a:pt x="796886" y="158902"/>
                </a:lnTo>
                <a:lnTo>
                  <a:pt x="707936" y="158902"/>
                </a:lnTo>
                <a:lnTo>
                  <a:pt x="752233" y="35610"/>
                </a:lnTo>
                <a:lnTo>
                  <a:pt x="796886" y="158902"/>
                </a:lnTo>
                <a:lnTo>
                  <a:pt x="796886" y="62852"/>
                </a:lnTo>
                <a:lnTo>
                  <a:pt x="785774" y="34290"/>
                </a:lnTo>
                <a:lnTo>
                  <a:pt x="773074" y="1651"/>
                </a:lnTo>
                <a:lnTo>
                  <a:pt x="731735" y="1651"/>
                </a:lnTo>
                <a:lnTo>
                  <a:pt x="627303" y="270459"/>
                </a:lnTo>
                <a:lnTo>
                  <a:pt x="667867" y="270459"/>
                </a:lnTo>
                <a:lnTo>
                  <a:pt x="695502" y="193535"/>
                </a:lnTo>
                <a:lnTo>
                  <a:pt x="809434" y="193535"/>
                </a:lnTo>
                <a:lnTo>
                  <a:pt x="837298" y="270459"/>
                </a:lnTo>
                <a:lnTo>
                  <a:pt x="877671" y="270459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20429" y="578687"/>
            <a:ext cx="2624455" cy="276860"/>
          </a:xfrm>
          <a:custGeom>
            <a:avLst/>
            <a:gdLst/>
            <a:ahLst/>
            <a:cxnLst/>
            <a:rect l="l" t="t" r="r" b="b"/>
            <a:pathLst>
              <a:path w="2624454" h="276859">
                <a:moveTo>
                  <a:pt x="240969" y="4178"/>
                </a:moveTo>
                <a:lnTo>
                  <a:pt x="199986" y="4178"/>
                </a:lnTo>
                <a:lnTo>
                  <a:pt x="120142" y="240588"/>
                </a:lnTo>
                <a:lnTo>
                  <a:pt x="40640" y="4178"/>
                </a:lnTo>
                <a:lnTo>
                  <a:pt x="0" y="4178"/>
                </a:lnTo>
                <a:lnTo>
                  <a:pt x="98513" y="272986"/>
                </a:lnTo>
                <a:lnTo>
                  <a:pt x="141503" y="272986"/>
                </a:lnTo>
                <a:lnTo>
                  <a:pt x="153263" y="241223"/>
                </a:lnTo>
                <a:lnTo>
                  <a:pt x="240969" y="4178"/>
                </a:lnTo>
                <a:close/>
              </a:path>
              <a:path w="2624454" h="276859">
                <a:moveTo>
                  <a:pt x="303809" y="4178"/>
                </a:moveTo>
                <a:lnTo>
                  <a:pt x="266738" y="4178"/>
                </a:lnTo>
                <a:lnTo>
                  <a:pt x="266738" y="272986"/>
                </a:lnTo>
                <a:lnTo>
                  <a:pt x="303809" y="272986"/>
                </a:lnTo>
                <a:lnTo>
                  <a:pt x="303809" y="4178"/>
                </a:lnTo>
                <a:close/>
              </a:path>
              <a:path w="2624454" h="276859">
                <a:moveTo>
                  <a:pt x="540423" y="196062"/>
                </a:moveTo>
                <a:lnTo>
                  <a:pt x="528281" y="155689"/>
                </a:lnTo>
                <a:lnTo>
                  <a:pt x="494563" y="133083"/>
                </a:lnTo>
                <a:lnTo>
                  <a:pt x="431634" y="112344"/>
                </a:lnTo>
                <a:lnTo>
                  <a:pt x="420509" y="108508"/>
                </a:lnTo>
                <a:lnTo>
                  <a:pt x="388912" y="83172"/>
                </a:lnTo>
                <a:lnTo>
                  <a:pt x="388912" y="67271"/>
                </a:lnTo>
                <a:lnTo>
                  <a:pt x="418185" y="38277"/>
                </a:lnTo>
                <a:lnTo>
                  <a:pt x="441388" y="35242"/>
                </a:lnTo>
                <a:lnTo>
                  <a:pt x="453161" y="36017"/>
                </a:lnTo>
                <a:lnTo>
                  <a:pt x="488619" y="54356"/>
                </a:lnTo>
                <a:lnTo>
                  <a:pt x="502297" y="83375"/>
                </a:lnTo>
                <a:lnTo>
                  <a:pt x="536765" y="73710"/>
                </a:lnTo>
                <a:lnTo>
                  <a:pt x="517182" y="31064"/>
                </a:lnTo>
                <a:lnTo>
                  <a:pt x="484111" y="8178"/>
                </a:lnTo>
                <a:lnTo>
                  <a:pt x="442950" y="609"/>
                </a:lnTo>
                <a:lnTo>
                  <a:pt x="428523" y="1257"/>
                </a:lnTo>
                <a:lnTo>
                  <a:pt x="382435" y="16535"/>
                </a:lnTo>
                <a:lnTo>
                  <a:pt x="356654" y="47129"/>
                </a:lnTo>
                <a:lnTo>
                  <a:pt x="350888" y="75539"/>
                </a:lnTo>
                <a:lnTo>
                  <a:pt x="351840" y="87960"/>
                </a:lnTo>
                <a:lnTo>
                  <a:pt x="374827" y="125298"/>
                </a:lnTo>
                <a:lnTo>
                  <a:pt x="409968" y="142633"/>
                </a:lnTo>
                <a:lnTo>
                  <a:pt x="451485" y="155854"/>
                </a:lnTo>
                <a:lnTo>
                  <a:pt x="461137" y="159105"/>
                </a:lnTo>
                <a:lnTo>
                  <a:pt x="500964" y="184924"/>
                </a:lnTo>
                <a:lnTo>
                  <a:pt x="502475" y="190576"/>
                </a:lnTo>
                <a:lnTo>
                  <a:pt x="502475" y="205549"/>
                </a:lnTo>
                <a:lnTo>
                  <a:pt x="476631" y="235140"/>
                </a:lnTo>
                <a:lnTo>
                  <a:pt x="446265" y="241058"/>
                </a:lnTo>
                <a:lnTo>
                  <a:pt x="433654" y="240296"/>
                </a:lnTo>
                <a:lnTo>
                  <a:pt x="394881" y="221932"/>
                </a:lnTo>
                <a:lnTo>
                  <a:pt x="379691" y="189712"/>
                </a:lnTo>
                <a:lnTo>
                  <a:pt x="342709" y="200507"/>
                </a:lnTo>
                <a:lnTo>
                  <a:pt x="366407" y="247904"/>
                </a:lnTo>
                <a:lnTo>
                  <a:pt x="409727" y="272008"/>
                </a:lnTo>
                <a:lnTo>
                  <a:pt x="445566" y="276555"/>
                </a:lnTo>
                <a:lnTo>
                  <a:pt x="459155" y="275920"/>
                </a:lnTo>
                <a:lnTo>
                  <a:pt x="505142" y="260654"/>
                </a:lnTo>
                <a:lnTo>
                  <a:pt x="533666" y="228142"/>
                </a:lnTo>
                <a:lnTo>
                  <a:pt x="539673" y="207340"/>
                </a:lnTo>
                <a:lnTo>
                  <a:pt x="540423" y="196062"/>
                </a:lnTo>
                <a:close/>
              </a:path>
              <a:path w="2624454" h="276859">
                <a:moveTo>
                  <a:pt x="790092" y="4178"/>
                </a:moveTo>
                <a:lnTo>
                  <a:pt x="752754" y="4178"/>
                </a:lnTo>
                <a:lnTo>
                  <a:pt x="752754" y="164045"/>
                </a:lnTo>
                <a:lnTo>
                  <a:pt x="751687" y="181343"/>
                </a:lnTo>
                <a:lnTo>
                  <a:pt x="735698" y="221132"/>
                </a:lnTo>
                <a:lnTo>
                  <a:pt x="700455" y="240296"/>
                </a:lnTo>
                <a:lnTo>
                  <a:pt x="684352" y="241579"/>
                </a:lnTo>
                <a:lnTo>
                  <a:pt x="668108" y="240296"/>
                </a:lnTo>
                <a:lnTo>
                  <a:pt x="632663" y="221132"/>
                </a:lnTo>
                <a:lnTo>
                  <a:pt x="616750" y="181343"/>
                </a:lnTo>
                <a:lnTo>
                  <a:pt x="615696" y="164045"/>
                </a:lnTo>
                <a:lnTo>
                  <a:pt x="615696" y="4178"/>
                </a:lnTo>
                <a:lnTo>
                  <a:pt x="578624" y="4178"/>
                </a:lnTo>
                <a:lnTo>
                  <a:pt x="578624" y="166992"/>
                </a:lnTo>
                <a:lnTo>
                  <a:pt x="580313" y="191109"/>
                </a:lnTo>
                <a:lnTo>
                  <a:pt x="593801" y="231317"/>
                </a:lnTo>
                <a:lnTo>
                  <a:pt x="620674" y="260273"/>
                </a:lnTo>
                <a:lnTo>
                  <a:pt x="660044" y="274980"/>
                </a:lnTo>
                <a:lnTo>
                  <a:pt x="684352" y="276821"/>
                </a:lnTo>
                <a:lnTo>
                  <a:pt x="708761" y="274993"/>
                </a:lnTo>
                <a:lnTo>
                  <a:pt x="748182" y="260324"/>
                </a:lnTo>
                <a:lnTo>
                  <a:pt x="774966" y="231470"/>
                </a:lnTo>
                <a:lnTo>
                  <a:pt x="788403" y="191223"/>
                </a:lnTo>
                <a:lnTo>
                  <a:pt x="790092" y="166992"/>
                </a:lnTo>
                <a:lnTo>
                  <a:pt x="790092" y="4178"/>
                </a:lnTo>
                <a:close/>
              </a:path>
              <a:path w="2624454" h="276859">
                <a:moveTo>
                  <a:pt x="1055814" y="272986"/>
                </a:moveTo>
                <a:lnTo>
                  <a:pt x="1025880" y="196062"/>
                </a:lnTo>
                <a:lnTo>
                  <a:pt x="1012405" y="161429"/>
                </a:lnTo>
                <a:lnTo>
                  <a:pt x="975029" y="65405"/>
                </a:lnTo>
                <a:lnTo>
                  <a:pt x="975029" y="161429"/>
                </a:lnTo>
                <a:lnTo>
                  <a:pt x="886079" y="161429"/>
                </a:lnTo>
                <a:lnTo>
                  <a:pt x="930376" y="38138"/>
                </a:lnTo>
                <a:lnTo>
                  <a:pt x="975029" y="161429"/>
                </a:lnTo>
                <a:lnTo>
                  <a:pt x="975029" y="65405"/>
                </a:lnTo>
                <a:lnTo>
                  <a:pt x="963904" y="36817"/>
                </a:lnTo>
                <a:lnTo>
                  <a:pt x="951217" y="4178"/>
                </a:lnTo>
                <a:lnTo>
                  <a:pt x="909878" y="4178"/>
                </a:lnTo>
                <a:lnTo>
                  <a:pt x="805446" y="272986"/>
                </a:lnTo>
                <a:lnTo>
                  <a:pt x="845997" y="272986"/>
                </a:lnTo>
                <a:lnTo>
                  <a:pt x="873633" y="196062"/>
                </a:lnTo>
                <a:lnTo>
                  <a:pt x="987577" y="196062"/>
                </a:lnTo>
                <a:lnTo>
                  <a:pt x="1015441" y="272986"/>
                </a:lnTo>
                <a:lnTo>
                  <a:pt x="1055814" y="272986"/>
                </a:lnTo>
                <a:close/>
              </a:path>
              <a:path w="2624454" h="276859">
                <a:moveTo>
                  <a:pt x="1254048" y="238658"/>
                </a:moveTo>
                <a:lnTo>
                  <a:pt x="1120736" y="238658"/>
                </a:lnTo>
                <a:lnTo>
                  <a:pt x="1120736" y="3708"/>
                </a:lnTo>
                <a:lnTo>
                  <a:pt x="1083665" y="3708"/>
                </a:lnTo>
                <a:lnTo>
                  <a:pt x="1083665" y="238658"/>
                </a:lnTo>
                <a:lnTo>
                  <a:pt x="1083665" y="272948"/>
                </a:lnTo>
                <a:lnTo>
                  <a:pt x="1254048" y="272948"/>
                </a:lnTo>
                <a:lnTo>
                  <a:pt x="1254048" y="238658"/>
                </a:lnTo>
                <a:close/>
              </a:path>
              <a:path w="2624454" h="276859">
                <a:moveTo>
                  <a:pt x="1321231" y="4178"/>
                </a:moveTo>
                <a:lnTo>
                  <a:pt x="1284160" y="4178"/>
                </a:lnTo>
                <a:lnTo>
                  <a:pt x="1284160" y="272986"/>
                </a:lnTo>
                <a:lnTo>
                  <a:pt x="1321231" y="272986"/>
                </a:lnTo>
                <a:lnTo>
                  <a:pt x="1321231" y="4178"/>
                </a:lnTo>
                <a:close/>
              </a:path>
              <a:path w="2624454" h="276859">
                <a:moveTo>
                  <a:pt x="1569427" y="238099"/>
                </a:moveTo>
                <a:lnTo>
                  <a:pt x="1404493" y="242570"/>
                </a:lnTo>
                <a:lnTo>
                  <a:pt x="1566024" y="34544"/>
                </a:lnTo>
                <a:lnTo>
                  <a:pt x="1566024" y="33858"/>
                </a:lnTo>
                <a:lnTo>
                  <a:pt x="1566024" y="4178"/>
                </a:lnTo>
                <a:lnTo>
                  <a:pt x="1525219" y="4178"/>
                </a:lnTo>
                <a:lnTo>
                  <a:pt x="1525219" y="33858"/>
                </a:lnTo>
                <a:lnTo>
                  <a:pt x="1524685" y="34544"/>
                </a:lnTo>
                <a:lnTo>
                  <a:pt x="1525219" y="33858"/>
                </a:lnTo>
                <a:lnTo>
                  <a:pt x="1525219" y="4178"/>
                </a:lnTo>
                <a:lnTo>
                  <a:pt x="1366926" y="4178"/>
                </a:lnTo>
                <a:lnTo>
                  <a:pt x="1366926" y="39077"/>
                </a:lnTo>
                <a:lnTo>
                  <a:pt x="1524635" y="34607"/>
                </a:lnTo>
                <a:lnTo>
                  <a:pt x="1362303" y="244017"/>
                </a:lnTo>
                <a:lnTo>
                  <a:pt x="1362303" y="272986"/>
                </a:lnTo>
                <a:lnTo>
                  <a:pt x="1569427" y="272986"/>
                </a:lnTo>
                <a:lnTo>
                  <a:pt x="1569427" y="243319"/>
                </a:lnTo>
                <a:lnTo>
                  <a:pt x="1569427" y="238099"/>
                </a:lnTo>
                <a:close/>
              </a:path>
              <a:path w="2624454" h="276859">
                <a:moveTo>
                  <a:pt x="1835543" y="272986"/>
                </a:moveTo>
                <a:lnTo>
                  <a:pt x="1805609" y="196062"/>
                </a:lnTo>
                <a:lnTo>
                  <a:pt x="1792135" y="161429"/>
                </a:lnTo>
                <a:lnTo>
                  <a:pt x="1754746" y="65379"/>
                </a:lnTo>
                <a:lnTo>
                  <a:pt x="1754746" y="161429"/>
                </a:lnTo>
                <a:lnTo>
                  <a:pt x="1665808" y="161429"/>
                </a:lnTo>
                <a:lnTo>
                  <a:pt x="1710093" y="38138"/>
                </a:lnTo>
                <a:lnTo>
                  <a:pt x="1754746" y="161429"/>
                </a:lnTo>
                <a:lnTo>
                  <a:pt x="1754746" y="65379"/>
                </a:lnTo>
                <a:lnTo>
                  <a:pt x="1743633" y="36817"/>
                </a:lnTo>
                <a:lnTo>
                  <a:pt x="1730933" y="4178"/>
                </a:lnTo>
                <a:lnTo>
                  <a:pt x="1689608" y="4178"/>
                </a:lnTo>
                <a:lnTo>
                  <a:pt x="1585175" y="272986"/>
                </a:lnTo>
                <a:lnTo>
                  <a:pt x="1625727" y="272986"/>
                </a:lnTo>
                <a:lnTo>
                  <a:pt x="1653362" y="196062"/>
                </a:lnTo>
                <a:lnTo>
                  <a:pt x="1767293" y="196062"/>
                </a:lnTo>
                <a:lnTo>
                  <a:pt x="1795157" y="272986"/>
                </a:lnTo>
                <a:lnTo>
                  <a:pt x="1835543" y="272986"/>
                </a:lnTo>
                <a:close/>
              </a:path>
              <a:path w="2624454" h="276859">
                <a:moveTo>
                  <a:pt x="2015896" y="3708"/>
                </a:moveTo>
                <a:lnTo>
                  <a:pt x="1804428" y="3708"/>
                </a:lnTo>
                <a:lnTo>
                  <a:pt x="1804428" y="39268"/>
                </a:lnTo>
                <a:lnTo>
                  <a:pt x="1891626" y="39268"/>
                </a:lnTo>
                <a:lnTo>
                  <a:pt x="1891626" y="272948"/>
                </a:lnTo>
                <a:lnTo>
                  <a:pt x="1928964" y="272948"/>
                </a:lnTo>
                <a:lnTo>
                  <a:pt x="1928964" y="39268"/>
                </a:lnTo>
                <a:lnTo>
                  <a:pt x="2015896" y="39268"/>
                </a:lnTo>
                <a:lnTo>
                  <a:pt x="2015896" y="3708"/>
                </a:lnTo>
                <a:close/>
              </a:path>
              <a:path w="2624454" h="276859">
                <a:moveTo>
                  <a:pt x="2081072" y="4178"/>
                </a:moveTo>
                <a:lnTo>
                  <a:pt x="2044001" y="4178"/>
                </a:lnTo>
                <a:lnTo>
                  <a:pt x="2044001" y="272986"/>
                </a:lnTo>
                <a:lnTo>
                  <a:pt x="2081072" y="272986"/>
                </a:lnTo>
                <a:lnTo>
                  <a:pt x="2081072" y="4178"/>
                </a:lnTo>
                <a:close/>
              </a:path>
              <a:path w="2624454" h="276859">
                <a:moveTo>
                  <a:pt x="2369299" y="136893"/>
                </a:moveTo>
                <a:lnTo>
                  <a:pt x="2368397" y="118491"/>
                </a:lnTo>
                <a:lnTo>
                  <a:pt x="2368372" y="118351"/>
                </a:lnTo>
                <a:lnTo>
                  <a:pt x="2365679" y="100812"/>
                </a:lnTo>
                <a:lnTo>
                  <a:pt x="2348344" y="55816"/>
                </a:lnTo>
                <a:lnTo>
                  <a:pt x="2331351" y="33870"/>
                </a:lnTo>
                <a:lnTo>
                  <a:pt x="2331351" y="136893"/>
                </a:lnTo>
                <a:lnTo>
                  <a:pt x="2330742" y="151841"/>
                </a:lnTo>
                <a:lnTo>
                  <a:pt x="2321610" y="191185"/>
                </a:lnTo>
                <a:lnTo>
                  <a:pt x="2293061" y="227825"/>
                </a:lnTo>
                <a:lnTo>
                  <a:pt x="2247722" y="241058"/>
                </a:lnTo>
                <a:lnTo>
                  <a:pt x="2234844" y="240233"/>
                </a:lnTo>
                <a:lnTo>
                  <a:pt x="2193379" y="220776"/>
                </a:lnTo>
                <a:lnTo>
                  <a:pt x="2169274" y="178981"/>
                </a:lnTo>
                <a:lnTo>
                  <a:pt x="2163749" y="136893"/>
                </a:lnTo>
                <a:lnTo>
                  <a:pt x="2164359" y="122656"/>
                </a:lnTo>
                <a:lnTo>
                  <a:pt x="2173579" y="84670"/>
                </a:lnTo>
                <a:lnTo>
                  <a:pt x="2202218" y="48729"/>
                </a:lnTo>
                <a:lnTo>
                  <a:pt x="2247722" y="35763"/>
                </a:lnTo>
                <a:lnTo>
                  <a:pt x="2260498" y="36576"/>
                </a:lnTo>
                <a:lnTo>
                  <a:pt x="2301697" y="55816"/>
                </a:lnTo>
                <a:lnTo>
                  <a:pt x="2325776" y="96558"/>
                </a:lnTo>
                <a:lnTo>
                  <a:pt x="2331351" y="136893"/>
                </a:lnTo>
                <a:lnTo>
                  <a:pt x="2331351" y="33870"/>
                </a:lnTo>
                <a:lnTo>
                  <a:pt x="2298369" y="10287"/>
                </a:lnTo>
                <a:lnTo>
                  <a:pt x="2247722" y="0"/>
                </a:lnTo>
                <a:lnTo>
                  <a:pt x="2229472" y="1143"/>
                </a:lnTo>
                <a:lnTo>
                  <a:pt x="2182203" y="18275"/>
                </a:lnTo>
                <a:lnTo>
                  <a:pt x="2148078" y="52933"/>
                </a:lnTo>
                <a:lnTo>
                  <a:pt x="2139924" y="67881"/>
                </a:lnTo>
                <a:lnTo>
                  <a:pt x="2133638" y="83718"/>
                </a:lnTo>
                <a:lnTo>
                  <a:pt x="2133574" y="83947"/>
                </a:lnTo>
                <a:lnTo>
                  <a:pt x="2129091" y="100596"/>
                </a:lnTo>
                <a:lnTo>
                  <a:pt x="2129053" y="100812"/>
                </a:lnTo>
                <a:lnTo>
                  <a:pt x="2126361" y="118351"/>
                </a:lnTo>
                <a:lnTo>
                  <a:pt x="2126361" y="118491"/>
                </a:lnTo>
                <a:lnTo>
                  <a:pt x="2125459" y="136893"/>
                </a:lnTo>
                <a:lnTo>
                  <a:pt x="2133536" y="191681"/>
                </a:lnTo>
                <a:lnTo>
                  <a:pt x="2157501" y="236524"/>
                </a:lnTo>
                <a:lnTo>
                  <a:pt x="2196376" y="266446"/>
                </a:lnTo>
                <a:lnTo>
                  <a:pt x="2247722" y="276821"/>
                </a:lnTo>
                <a:lnTo>
                  <a:pt x="2265984" y="275666"/>
                </a:lnTo>
                <a:lnTo>
                  <a:pt x="2313165" y="258368"/>
                </a:lnTo>
                <a:lnTo>
                  <a:pt x="2347176" y="223126"/>
                </a:lnTo>
                <a:lnTo>
                  <a:pt x="2365756" y="174371"/>
                </a:lnTo>
                <a:lnTo>
                  <a:pt x="2368410" y="156133"/>
                </a:lnTo>
                <a:lnTo>
                  <a:pt x="2369299" y="136893"/>
                </a:lnTo>
                <a:close/>
              </a:path>
              <a:path w="2624454" h="276859">
                <a:moveTo>
                  <a:pt x="2624455" y="4178"/>
                </a:moveTo>
                <a:lnTo>
                  <a:pt x="2586850" y="4178"/>
                </a:lnTo>
                <a:lnTo>
                  <a:pt x="2591346" y="238239"/>
                </a:lnTo>
                <a:lnTo>
                  <a:pt x="2480843" y="35598"/>
                </a:lnTo>
                <a:lnTo>
                  <a:pt x="2463723" y="4178"/>
                </a:lnTo>
                <a:lnTo>
                  <a:pt x="2411590" y="4178"/>
                </a:lnTo>
                <a:lnTo>
                  <a:pt x="2411590" y="272986"/>
                </a:lnTo>
                <a:lnTo>
                  <a:pt x="2448661" y="272986"/>
                </a:lnTo>
                <a:lnTo>
                  <a:pt x="2444356" y="37871"/>
                </a:lnTo>
                <a:lnTo>
                  <a:pt x="2572588" y="272986"/>
                </a:lnTo>
                <a:lnTo>
                  <a:pt x="2624455" y="272986"/>
                </a:lnTo>
                <a:lnTo>
                  <a:pt x="2624455" y="240093"/>
                </a:lnTo>
                <a:lnTo>
                  <a:pt x="2624455" y="4178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89080" y="559460"/>
            <a:ext cx="1911985" cy="335280"/>
          </a:xfrm>
          <a:custGeom>
            <a:avLst/>
            <a:gdLst/>
            <a:ahLst/>
            <a:cxnLst/>
            <a:rect l="l" t="t" r="r" b="b"/>
            <a:pathLst>
              <a:path w="1911984" h="335280">
                <a:moveTo>
                  <a:pt x="96151" y="334949"/>
                </a:moveTo>
                <a:lnTo>
                  <a:pt x="68414" y="292874"/>
                </a:lnTo>
                <a:lnTo>
                  <a:pt x="50126" y="252450"/>
                </a:lnTo>
                <a:lnTo>
                  <a:pt x="39941" y="211353"/>
                </a:lnTo>
                <a:lnTo>
                  <a:pt x="36550" y="167259"/>
                </a:lnTo>
                <a:lnTo>
                  <a:pt x="37388" y="144932"/>
                </a:lnTo>
                <a:lnTo>
                  <a:pt x="44183" y="102590"/>
                </a:lnTo>
                <a:lnTo>
                  <a:pt x="58115" y="62674"/>
                </a:lnTo>
                <a:lnTo>
                  <a:pt x="81089" y="21374"/>
                </a:lnTo>
                <a:lnTo>
                  <a:pt x="96075" y="0"/>
                </a:lnTo>
                <a:lnTo>
                  <a:pt x="58127" y="0"/>
                </a:lnTo>
                <a:lnTo>
                  <a:pt x="32473" y="37045"/>
                </a:lnTo>
                <a:lnTo>
                  <a:pt x="14351" y="77190"/>
                </a:lnTo>
                <a:lnTo>
                  <a:pt x="3581" y="120497"/>
                </a:lnTo>
                <a:lnTo>
                  <a:pt x="0" y="167259"/>
                </a:lnTo>
                <a:lnTo>
                  <a:pt x="889" y="191020"/>
                </a:lnTo>
                <a:lnTo>
                  <a:pt x="8026" y="235966"/>
                </a:lnTo>
                <a:lnTo>
                  <a:pt x="22352" y="277583"/>
                </a:lnTo>
                <a:lnTo>
                  <a:pt x="44246" y="316484"/>
                </a:lnTo>
                <a:lnTo>
                  <a:pt x="58039" y="334949"/>
                </a:lnTo>
                <a:lnTo>
                  <a:pt x="96151" y="334949"/>
                </a:lnTo>
                <a:close/>
              </a:path>
              <a:path w="1911984" h="335280">
                <a:moveTo>
                  <a:pt x="328079" y="107734"/>
                </a:moveTo>
                <a:lnTo>
                  <a:pt x="315023" y="60744"/>
                </a:lnTo>
                <a:lnTo>
                  <a:pt x="289788" y="37287"/>
                </a:lnTo>
                <a:lnTo>
                  <a:pt x="289788" y="108775"/>
                </a:lnTo>
                <a:lnTo>
                  <a:pt x="288798" y="120827"/>
                </a:lnTo>
                <a:lnTo>
                  <a:pt x="264934" y="152425"/>
                </a:lnTo>
                <a:lnTo>
                  <a:pt x="224866" y="159423"/>
                </a:lnTo>
                <a:lnTo>
                  <a:pt x="170129" y="159423"/>
                </a:lnTo>
                <a:lnTo>
                  <a:pt x="170129" y="58216"/>
                </a:lnTo>
                <a:lnTo>
                  <a:pt x="229819" y="58216"/>
                </a:lnTo>
                <a:lnTo>
                  <a:pt x="274383" y="71005"/>
                </a:lnTo>
                <a:lnTo>
                  <a:pt x="289788" y="108775"/>
                </a:lnTo>
                <a:lnTo>
                  <a:pt x="289788" y="37287"/>
                </a:lnTo>
                <a:lnTo>
                  <a:pt x="245859" y="23977"/>
                </a:lnTo>
                <a:lnTo>
                  <a:pt x="233387" y="23406"/>
                </a:lnTo>
                <a:lnTo>
                  <a:pt x="133057" y="23406"/>
                </a:lnTo>
                <a:lnTo>
                  <a:pt x="133057" y="292214"/>
                </a:lnTo>
                <a:lnTo>
                  <a:pt x="170129" y="292214"/>
                </a:lnTo>
                <a:lnTo>
                  <a:pt x="170129" y="195021"/>
                </a:lnTo>
                <a:lnTo>
                  <a:pt x="228777" y="194665"/>
                </a:lnTo>
                <a:lnTo>
                  <a:pt x="267423" y="189255"/>
                </a:lnTo>
                <a:lnTo>
                  <a:pt x="307416" y="165684"/>
                </a:lnTo>
                <a:lnTo>
                  <a:pt x="327240" y="121716"/>
                </a:lnTo>
                <a:lnTo>
                  <a:pt x="327291" y="120827"/>
                </a:lnTo>
                <a:lnTo>
                  <a:pt x="328079" y="107734"/>
                </a:lnTo>
                <a:close/>
              </a:path>
              <a:path w="1911984" h="335280">
                <a:moveTo>
                  <a:pt x="537362" y="257886"/>
                </a:moveTo>
                <a:lnTo>
                  <a:pt x="404037" y="257886"/>
                </a:lnTo>
                <a:lnTo>
                  <a:pt x="404037" y="22936"/>
                </a:lnTo>
                <a:lnTo>
                  <a:pt x="366966" y="22936"/>
                </a:lnTo>
                <a:lnTo>
                  <a:pt x="366966" y="257886"/>
                </a:lnTo>
                <a:lnTo>
                  <a:pt x="366966" y="292176"/>
                </a:lnTo>
                <a:lnTo>
                  <a:pt x="537362" y="292176"/>
                </a:lnTo>
                <a:lnTo>
                  <a:pt x="537362" y="257886"/>
                </a:lnTo>
                <a:close/>
              </a:path>
              <a:path w="1911984" h="335280">
                <a:moveTo>
                  <a:pt x="795820" y="292214"/>
                </a:moveTo>
                <a:lnTo>
                  <a:pt x="765886" y="215290"/>
                </a:lnTo>
                <a:lnTo>
                  <a:pt x="752411" y="180657"/>
                </a:lnTo>
                <a:lnTo>
                  <a:pt x="715035" y="84607"/>
                </a:lnTo>
                <a:lnTo>
                  <a:pt x="715035" y="180657"/>
                </a:lnTo>
                <a:lnTo>
                  <a:pt x="626084" y="180657"/>
                </a:lnTo>
                <a:lnTo>
                  <a:pt x="670382" y="57365"/>
                </a:lnTo>
                <a:lnTo>
                  <a:pt x="715035" y="180657"/>
                </a:lnTo>
                <a:lnTo>
                  <a:pt x="715035" y="84607"/>
                </a:lnTo>
                <a:lnTo>
                  <a:pt x="703922" y="56045"/>
                </a:lnTo>
                <a:lnTo>
                  <a:pt x="691222" y="23406"/>
                </a:lnTo>
                <a:lnTo>
                  <a:pt x="649884" y="23406"/>
                </a:lnTo>
                <a:lnTo>
                  <a:pt x="545452" y="292214"/>
                </a:lnTo>
                <a:lnTo>
                  <a:pt x="586003" y="292214"/>
                </a:lnTo>
                <a:lnTo>
                  <a:pt x="613651" y="215290"/>
                </a:lnTo>
                <a:lnTo>
                  <a:pt x="727583" y="215290"/>
                </a:lnTo>
                <a:lnTo>
                  <a:pt x="755446" y="292214"/>
                </a:lnTo>
                <a:lnTo>
                  <a:pt x="795820" y="292214"/>
                </a:lnTo>
                <a:close/>
              </a:path>
              <a:path w="1911984" h="335280">
                <a:moveTo>
                  <a:pt x="1036523" y="23406"/>
                </a:moveTo>
                <a:lnTo>
                  <a:pt x="998931" y="23406"/>
                </a:lnTo>
                <a:lnTo>
                  <a:pt x="1003427" y="257467"/>
                </a:lnTo>
                <a:lnTo>
                  <a:pt x="892924" y="54825"/>
                </a:lnTo>
                <a:lnTo>
                  <a:pt x="875792" y="23406"/>
                </a:lnTo>
                <a:lnTo>
                  <a:pt x="823671" y="23406"/>
                </a:lnTo>
                <a:lnTo>
                  <a:pt x="823671" y="292214"/>
                </a:lnTo>
                <a:lnTo>
                  <a:pt x="860742" y="292214"/>
                </a:lnTo>
                <a:lnTo>
                  <a:pt x="856437" y="57099"/>
                </a:lnTo>
                <a:lnTo>
                  <a:pt x="984656" y="292214"/>
                </a:lnTo>
                <a:lnTo>
                  <a:pt x="1036523" y="292214"/>
                </a:lnTo>
                <a:lnTo>
                  <a:pt x="1036523" y="259321"/>
                </a:lnTo>
                <a:lnTo>
                  <a:pt x="1036523" y="23406"/>
                </a:lnTo>
                <a:close/>
              </a:path>
              <a:path w="1911984" h="335280">
                <a:moveTo>
                  <a:pt x="1292720" y="23406"/>
                </a:moveTo>
                <a:lnTo>
                  <a:pt x="1255128" y="23406"/>
                </a:lnTo>
                <a:lnTo>
                  <a:pt x="1259624" y="257467"/>
                </a:lnTo>
                <a:lnTo>
                  <a:pt x="1149121" y="54825"/>
                </a:lnTo>
                <a:lnTo>
                  <a:pt x="1131989" y="23406"/>
                </a:lnTo>
                <a:lnTo>
                  <a:pt x="1079868" y="23406"/>
                </a:lnTo>
                <a:lnTo>
                  <a:pt x="1079868" y="292214"/>
                </a:lnTo>
                <a:lnTo>
                  <a:pt x="1116939" y="292214"/>
                </a:lnTo>
                <a:lnTo>
                  <a:pt x="1112634" y="57099"/>
                </a:lnTo>
                <a:lnTo>
                  <a:pt x="1240853" y="292214"/>
                </a:lnTo>
                <a:lnTo>
                  <a:pt x="1292720" y="292214"/>
                </a:lnTo>
                <a:lnTo>
                  <a:pt x="1292720" y="259321"/>
                </a:lnTo>
                <a:lnTo>
                  <a:pt x="1292720" y="23406"/>
                </a:lnTo>
                <a:close/>
              </a:path>
              <a:path w="1911984" h="335280">
                <a:moveTo>
                  <a:pt x="1514805" y="22936"/>
                </a:moveTo>
                <a:lnTo>
                  <a:pt x="1336065" y="22936"/>
                </a:lnTo>
                <a:lnTo>
                  <a:pt x="1336065" y="58496"/>
                </a:lnTo>
                <a:lnTo>
                  <a:pt x="1336065" y="133426"/>
                </a:lnTo>
                <a:lnTo>
                  <a:pt x="1336065" y="168986"/>
                </a:lnTo>
                <a:lnTo>
                  <a:pt x="1336065" y="257886"/>
                </a:lnTo>
                <a:lnTo>
                  <a:pt x="1336065" y="292176"/>
                </a:lnTo>
                <a:lnTo>
                  <a:pt x="1514805" y="292176"/>
                </a:lnTo>
                <a:lnTo>
                  <a:pt x="1514805" y="257886"/>
                </a:lnTo>
                <a:lnTo>
                  <a:pt x="1373657" y="257886"/>
                </a:lnTo>
                <a:lnTo>
                  <a:pt x="1373657" y="168986"/>
                </a:lnTo>
                <a:lnTo>
                  <a:pt x="1504543" y="168986"/>
                </a:lnTo>
                <a:lnTo>
                  <a:pt x="1504543" y="133426"/>
                </a:lnTo>
                <a:lnTo>
                  <a:pt x="1373657" y="133426"/>
                </a:lnTo>
                <a:lnTo>
                  <a:pt x="1373657" y="58496"/>
                </a:lnTo>
                <a:lnTo>
                  <a:pt x="1514805" y="58496"/>
                </a:lnTo>
                <a:lnTo>
                  <a:pt x="1514805" y="22936"/>
                </a:lnTo>
                <a:close/>
              </a:path>
              <a:path w="1911984" h="335280">
                <a:moveTo>
                  <a:pt x="1785188" y="153073"/>
                </a:moveTo>
                <a:lnTo>
                  <a:pt x="1776526" y="98882"/>
                </a:lnTo>
                <a:lnTo>
                  <a:pt x="1751164" y="57061"/>
                </a:lnTo>
                <a:lnTo>
                  <a:pt x="1747164" y="53492"/>
                </a:lnTo>
                <a:lnTo>
                  <a:pt x="1747164" y="154114"/>
                </a:lnTo>
                <a:lnTo>
                  <a:pt x="1745513" y="179539"/>
                </a:lnTo>
                <a:lnTo>
                  <a:pt x="1732330" y="218960"/>
                </a:lnTo>
                <a:lnTo>
                  <a:pt x="1688477" y="251040"/>
                </a:lnTo>
                <a:lnTo>
                  <a:pt x="1644294" y="257060"/>
                </a:lnTo>
                <a:lnTo>
                  <a:pt x="1595907" y="257060"/>
                </a:lnTo>
                <a:lnTo>
                  <a:pt x="1595907" y="56299"/>
                </a:lnTo>
                <a:lnTo>
                  <a:pt x="1653260" y="56299"/>
                </a:lnTo>
                <a:lnTo>
                  <a:pt x="1693164" y="62712"/>
                </a:lnTo>
                <a:lnTo>
                  <a:pt x="1733397" y="96113"/>
                </a:lnTo>
                <a:lnTo>
                  <a:pt x="1745742" y="133731"/>
                </a:lnTo>
                <a:lnTo>
                  <a:pt x="1747164" y="154114"/>
                </a:lnTo>
                <a:lnTo>
                  <a:pt x="1747164" y="53492"/>
                </a:lnTo>
                <a:lnTo>
                  <a:pt x="1711071" y="30708"/>
                </a:lnTo>
                <a:lnTo>
                  <a:pt x="1659001" y="21755"/>
                </a:lnTo>
                <a:lnTo>
                  <a:pt x="1558836" y="21755"/>
                </a:lnTo>
                <a:lnTo>
                  <a:pt x="1558836" y="292214"/>
                </a:lnTo>
                <a:lnTo>
                  <a:pt x="1649691" y="292214"/>
                </a:lnTo>
                <a:lnTo>
                  <a:pt x="1705343" y="283667"/>
                </a:lnTo>
                <a:lnTo>
                  <a:pt x="1748370" y="258025"/>
                </a:lnTo>
                <a:lnTo>
                  <a:pt x="1749171" y="257060"/>
                </a:lnTo>
                <a:lnTo>
                  <a:pt x="1764487" y="238633"/>
                </a:lnTo>
                <a:lnTo>
                  <a:pt x="1775980" y="214680"/>
                </a:lnTo>
                <a:lnTo>
                  <a:pt x="1782889" y="186156"/>
                </a:lnTo>
                <a:lnTo>
                  <a:pt x="1785188" y="153073"/>
                </a:lnTo>
                <a:close/>
              </a:path>
              <a:path w="1911984" h="335280">
                <a:moveTo>
                  <a:pt x="1911375" y="167259"/>
                </a:moveTo>
                <a:lnTo>
                  <a:pt x="1907755" y="120637"/>
                </a:lnTo>
                <a:lnTo>
                  <a:pt x="1896922" y="77355"/>
                </a:lnTo>
                <a:lnTo>
                  <a:pt x="1878914" y="37172"/>
                </a:lnTo>
                <a:lnTo>
                  <a:pt x="1853590" y="0"/>
                </a:lnTo>
                <a:lnTo>
                  <a:pt x="1815388" y="0"/>
                </a:lnTo>
                <a:lnTo>
                  <a:pt x="1830463" y="21424"/>
                </a:lnTo>
                <a:lnTo>
                  <a:pt x="1843151" y="42354"/>
                </a:lnTo>
                <a:lnTo>
                  <a:pt x="1861337" y="82753"/>
                </a:lnTo>
                <a:lnTo>
                  <a:pt x="1871446" y="123596"/>
                </a:lnTo>
                <a:lnTo>
                  <a:pt x="1874824" y="167259"/>
                </a:lnTo>
                <a:lnTo>
                  <a:pt x="1873986" y="189661"/>
                </a:lnTo>
                <a:lnTo>
                  <a:pt x="1867281" y="232130"/>
                </a:lnTo>
                <a:lnTo>
                  <a:pt x="1853514" y="272110"/>
                </a:lnTo>
                <a:lnTo>
                  <a:pt x="1830501" y="313486"/>
                </a:lnTo>
                <a:lnTo>
                  <a:pt x="1815388" y="334949"/>
                </a:lnTo>
                <a:lnTo>
                  <a:pt x="1853590" y="334949"/>
                </a:lnTo>
                <a:lnTo>
                  <a:pt x="1878914" y="297764"/>
                </a:lnTo>
                <a:lnTo>
                  <a:pt x="1896922" y="257581"/>
                </a:lnTo>
                <a:lnTo>
                  <a:pt x="1907755" y="214160"/>
                </a:lnTo>
                <a:lnTo>
                  <a:pt x="1910473" y="191147"/>
                </a:lnTo>
                <a:lnTo>
                  <a:pt x="1911375" y="167259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6054" y="3473281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>
                <a:moveTo>
                  <a:pt x="0" y="0"/>
                </a:moveTo>
                <a:lnTo>
                  <a:pt x="107443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87460" y="3473281"/>
            <a:ext cx="215265" cy="0"/>
          </a:xfrm>
          <a:custGeom>
            <a:avLst/>
            <a:gdLst/>
            <a:ahLst/>
            <a:cxnLst/>
            <a:rect l="l" t="t" r="r" b="b"/>
            <a:pathLst>
              <a:path w="215264">
                <a:moveTo>
                  <a:pt x="0" y="0"/>
                </a:moveTo>
                <a:lnTo>
                  <a:pt x="214886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16310" y="3473281"/>
            <a:ext cx="215265" cy="0"/>
          </a:xfrm>
          <a:custGeom>
            <a:avLst/>
            <a:gdLst/>
            <a:ahLst/>
            <a:cxnLst/>
            <a:rect l="l" t="t" r="r" b="b"/>
            <a:pathLst>
              <a:path w="215264">
                <a:moveTo>
                  <a:pt x="0" y="0"/>
                </a:moveTo>
                <a:lnTo>
                  <a:pt x="214887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45160" y="3473281"/>
            <a:ext cx="215265" cy="0"/>
          </a:xfrm>
          <a:custGeom>
            <a:avLst/>
            <a:gdLst/>
            <a:ahLst/>
            <a:cxnLst/>
            <a:rect l="l" t="t" r="r" b="b"/>
            <a:pathLst>
              <a:path w="215264">
                <a:moveTo>
                  <a:pt x="0" y="0"/>
                </a:moveTo>
                <a:lnTo>
                  <a:pt x="214887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74009" y="3473281"/>
            <a:ext cx="215265" cy="0"/>
          </a:xfrm>
          <a:custGeom>
            <a:avLst/>
            <a:gdLst/>
            <a:ahLst/>
            <a:cxnLst/>
            <a:rect l="l" t="t" r="r" b="b"/>
            <a:pathLst>
              <a:path w="215264">
                <a:moveTo>
                  <a:pt x="0" y="0"/>
                </a:moveTo>
                <a:lnTo>
                  <a:pt x="214886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02859" y="3473281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>
                <a:moveTo>
                  <a:pt x="0" y="0"/>
                </a:moveTo>
                <a:lnTo>
                  <a:pt x="107443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66054" y="3158271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>
                <a:moveTo>
                  <a:pt x="0" y="0"/>
                </a:moveTo>
                <a:lnTo>
                  <a:pt x="107443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87460" y="3158271"/>
            <a:ext cx="215265" cy="0"/>
          </a:xfrm>
          <a:custGeom>
            <a:avLst/>
            <a:gdLst/>
            <a:ahLst/>
            <a:cxnLst/>
            <a:rect l="l" t="t" r="r" b="b"/>
            <a:pathLst>
              <a:path w="215264">
                <a:moveTo>
                  <a:pt x="0" y="0"/>
                </a:moveTo>
                <a:lnTo>
                  <a:pt x="214886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16310" y="3158271"/>
            <a:ext cx="215265" cy="0"/>
          </a:xfrm>
          <a:custGeom>
            <a:avLst/>
            <a:gdLst/>
            <a:ahLst/>
            <a:cxnLst/>
            <a:rect l="l" t="t" r="r" b="b"/>
            <a:pathLst>
              <a:path w="215264">
                <a:moveTo>
                  <a:pt x="0" y="0"/>
                </a:moveTo>
                <a:lnTo>
                  <a:pt x="214887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45160" y="3158271"/>
            <a:ext cx="215265" cy="0"/>
          </a:xfrm>
          <a:custGeom>
            <a:avLst/>
            <a:gdLst/>
            <a:ahLst/>
            <a:cxnLst/>
            <a:rect l="l" t="t" r="r" b="b"/>
            <a:pathLst>
              <a:path w="215264">
                <a:moveTo>
                  <a:pt x="0" y="0"/>
                </a:moveTo>
                <a:lnTo>
                  <a:pt x="214887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74009" y="3158271"/>
            <a:ext cx="936625" cy="0"/>
          </a:xfrm>
          <a:custGeom>
            <a:avLst/>
            <a:gdLst/>
            <a:ahLst/>
            <a:cxnLst/>
            <a:rect l="l" t="t" r="r" b="b"/>
            <a:pathLst>
              <a:path w="936625">
                <a:moveTo>
                  <a:pt x="0" y="0"/>
                </a:moveTo>
                <a:lnTo>
                  <a:pt x="936293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6054" y="2843261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>
                <a:moveTo>
                  <a:pt x="0" y="0"/>
                </a:moveTo>
                <a:lnTo>
                  <a:pt x="107443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87460" y="2843261"/>
            <a:ext cx="215265" cy="0"/>
          </a:xfrm>
          <a:custGeom>
            <a:avLst/>
            <a:gdLst/>
            <a:ahLst/>
            <a:cxnLst/>
            <a:rect l="l" t="t" r="r" b="b"/>
            <a:pathLst>
              <a:path w="215264">
                <a:moveTo>
                  <a:pt x="0" y="0"/>
                </a:moveTo>
                <a:lnTo>
                  <a:pt x="214886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16310" y="2843261"/>
            <a:ext cx="215265" cy="0"/>
          </a:xfrm>
          <a:custGeom>
            <a:avLst/>
            <a:gdLst/>
            <a:ahLst/>
            <a:cxnLst/>
            <a:rect l="l" t="t" r="r" b="b"/>
            <a:pathLst>
              <a:path w="215264">
                <a:moveTo>
                  <a:pt x="0" y="0"/>
                </a:moveTo>
                <a:lnTo>
                  <a:pt x="214887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45160" y="2843261"/>
            <a:ext cx="215265" cy="0"/>
          </a:xfrm>
          <a:custGeom>
            <a:avLst/>
            <a:gdLst/>
            <a:ahLst/>
            <a:cxnLst/>
            <a:rect l="l" t="t" r="r" b="b"/>
            <a:pathLst>
              <a:path w="215264">
                <a:moveTo>
                  <a:pt x="0" y="0"/>
                </a:moveTo>
                <a:lnTo>
                  <a:pt x="214887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74009" y="2843261"/>
            <a:ext cx="936625" cy="0"/>
          </a:xfrm>
          <a:custGeom>
            <a:avLst/>
            <a:gdLst/>
            <a:ahLst/>
            <a:cxnLst/>
            <a:rect l="l" t="t" r="r" b="b"/>
            <a:pathLst>
              <a:path w="936625">
                <a:moveTo>
                  <a:pt x="0" y="0"/>
                </a:moveTo>
                <a:lnTo>
                  <a:pt x="936293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66054" y="2528251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>
                <a:moveTo>
                  <a:pt x="0" y="0"/>
                </a:moveTo>
                <a:lnTo>
                  <a:pt x="107443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87460" y="2528251"/>
            <a:ext cx="1043940" cy="0"/>
          </a:xfrm>
          <a:custGeom>
            <a:avLst/>
            <a:gdLst/>
            <a:ahLst/>
            <a:cxnLst/>
            <a:rect l="l" t="t" r="r" b="b"/>
            <a:pathLst>
              <a:path w="1043939">
                <a:moveTo>
                  <a:pt x="0" y="0"/>
                </a:moveTo>
                <a:lnTo>
                  <a:pt x="1043736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45160" y="2528251"/>
            <a:ext cx="1765300" cy="0"/>
          </a:xfrm>
          <a:custGeom>
            <a:avLst/>
            <a:gdLst/>
            <a:ahLst/>
            <a:cxnLst/>
            <a:rect l="l" t="t" r="r" b="b"/>
            <a:pathLst>
              <a:path w="1765300">
                <a:moveTo>
                  <a:pt x="0" y="0"/>
                </a:moveTo>
                <a:lnTo>
                  <a:pt x="1765143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66054" y="2213241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>
                <a:moveTo>
                  <a:pt x="0" y="0"/>
                </a:moveTo>
                <a:lnTo>
                  <a:pt x="107443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87460" y="2213241"/>
            <a:ext cx="3423285" cy="0"/>
          </a:xfrm>
          <a:custGeom>
            <a:avLst/>
            <a:gdLst/>
            <a:ahLst/>
            <a:cxnLst/>
            <a:rect l="l" t="t" r="r" b="b"/>
            <a:pathLst>
              <a:path w="3423285">
                <a:moveTo>
                  <a:pt x="0" y="0"/>
                </a:moveTo>
                <a:lnTo>
                  <a:pt x="3422843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66054" y="1898232"/>
            <a:ext cx="4144645" cy="0"/>
          </a:xfrm>
          <a:custGeom>
            <a:avLst/>
            <a:gdLst/>
            <a:ahLst/>
            <a:cxnLst/>
            <a:rect l="l" t="t" r="r" b="b"/>
            <a:pathLst>
              <a:path w="4144645">
                <a:moveTo>
                  <a:pt x="0" y="0"/>
                </a:moveTo>
                <a:lnTo>
                  <a:pt x="4144249" y="0"/>
                </a:lnTo>
              </a:path>
            </a:pathLst>
          </a:custGeom>
          <a:ln w="11138">
            <a:solidFill>
              <a:srgbClr val="E4E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73497" y="2024235"/>
            <a:ext cx="614045" cy="1764664"/>
          </a:xfrm>
          <a:custGeom>
            <a:avLst/>
            <a:gdLst/>
            <a:ahLst/>
            <a:cxnLst/>
            <a:rect l="l" t="t" r="r" b="b"/>
            <a:pathLst>
              <a:path w="614044" h="1764664">
                <a:moveTo>
                  <a:pt x="613962" y="1764054"/>
                </a:moveTo>
                <a:lnTo>
                  <a:pt x="0" y="1764054"/>
                </a:lnTo>
                <a:lnTo>
                  <a:pt x="0" y="0"/>
                </a:lnTo>
                <a:lnTo>
                  <a:pt x="613962" y="0"/>
                </a:lnTo>
                <a:lnTo>
                  <a:pt x="613962" y="1764054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02347" y="2654255"/>
            <a:ext cx="614045" cy="1134110"/>
          </a:xfrm>
          <a:custGeom>
            <a:avLst/>
            <a:gdLst/>
            <a:ahLst/>
            <a:cxnLst/>
            <a:rect l="l" t="t" r="r" b="b"/>
            <a:pathLst>
              <a:path w="614044" h="1134110">
                <a:moveTo>
                  <a:pt x="613962" y="1134035"/>
                </a:moveTo>
                <a:lnTo>
                  <a:pt x="0" y="1134035"/>
                </a:lnTo>
                <a:lnTo>
                  <a:pt x="0" y="0"/>
                </a:lnTo>
                <a:lnTo>
                  <a:pt x="613962" y="0"/>
                </a:lnTo>
                <a:lnTo>
                  <a:pt x="613962" y="1134035"/>
                </a:lnTo>
                <a:close/>
              </a:path>
            </a:pathLst>
          </a:custGeom>
          <a:solidFill>
            <a:srgbClr val="2E8B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631197" y="2276243"/>
            <a:ext cx="614045" cy="1512570"/>
          </a:xfrm>
          <a:custGeom>
            <a:avLst/>
            <a:gdLst/>
            <a:ahLst/>
            <a:cxnLst/>
            <a:rect l="l" t="t" r="r" b="b"/>
            <a:pathLst>
              <a:path w="614044" h="1512570">
                <a:moveTo>
                  <a:pt x="613962" y="1512046"/>
                </a:moveTo>
                <a:lnTo>
                  <a:pt x="0" y="1512046"/>
                </a:lnTo>
                <a:lnTo>
                  <a:pt x="0" y="0"/>
                </a:lnTo>
                <a:lnTo>
                  <a:pt x="613962" y="0"/>
                </a:lnTo>
                <a:lnTo>
                  <a:pt x="613962" y="1512046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460047" y="2528251"/>
            <a:ext cx="614045" cy="1260475"/>
          </a:xfrm>
          <a:custGeom>
            <a:avLst/>
            <a:gdLst/>
            <a:ahLst/>
            <a:cxnLst/>
            <a:rect l="l" t="t" r="r" b="b"/>
            <a:pathLst>
              <a:path w="614045" h="1260475">
                <a:moveTo>
                  <a:pt x="613962" y="1260039"/>
                </a:moveTo>
                <a:lnTo>
                  <a:pt x="0" y="1260039"/>
                </a:lnTo>
                <a:lnTo>
                  <a:pt x="0" y="0"/>
                </a:lnTo>
                <a:lnTo>
                  <a:pt x="613962" y="0"/>
                </a:lnTo>
                <a:lnTo>
                  <a:pt x="613962" y="1260039"/>
                </a:lnTo>
                <a:close/>
              </a:path>
            </a:pathLst>
          </a:custGeom>
          <a:solidFill>
            <a:srgbClr val="9EC4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88896" y="3158270"/>
            <a:ext cx="614045" cy="630555"/>
          </a:xfrm>
          <a:custGeom>
            <a:avLst/>
            <a:gdLst/>
            <a:ahLst/>
            <a:cxnLst/>
            <a:rect l="l" t="t" r="r" b="b"/>
            <a:pathLst>
              <a:path w="614045" h="630554">
                <a:moveTo>
                  <a:pt x="613962" y="630019"/>
                </a:moveTo>
                <a:lnTo>
                  <a:pt x="0" y="630019"/>
                </a:lnTo>
                <a:lnTo>
                  <a:pt x="0" y="0"/>
                </a:lnTo>
                <a:lnTo>
                  <a:pt x="613962" y="0"/>
                </a:lnTo>
                <a:lnTo>
                  <a:pt x="613962" y="630019"/>
                </a:lnTo>
                <a:close/>
              </a:path>
            </a:pathLst>
          </a:custGeom>
          <a:solidFill>
            <a:srgbClr val="5B6B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21498" y="3788290"/>
            <a:ext cx="45085" cy="0"/>
          </a:xfrm>
          <a:custGeom>
            <a:avLst/>
            <a:gdLst/>
            <a:ahLst/>
            <a:cxnLst/>
            <a:rect l="l" t="t" r="r" b="b"/>
            <a:pathLst>
              <a:path w="45084">
                <a:moveTo>
                  <a:pt x="0" y="0"/>
                </a:moveTo>
                <a:lnTo>
                  <a:pt x="44555" y="0"/>
                </a:lnTo>
              </a:path>
            </a:pathLst>
          </a:custGeom>
          <a:ln w="11138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21498" y="3473281"/>
            <a:ext cx="45085" cy="0"/>
          </a:xfrm>
          <a:custGeom>
            <a:avLst/>
            <a:gdLst/>
            <a:ahLst/>
            <a:cxnLst/>
            <a:rect l="l" t="t" r="r" b="b"/>
            <a:pathLst>
              <a:path w="45084">
                <a:moveTo>
                  <a:pt x="0" y="0"/>
                </a:moveTo>
                <a:lnTo>
                  <a:pt x="44555" y="0"/>
                </a:lnTo>
              </a:path>
            </a:pathLst>
          </a:custGeom>
          <a:ln w="11138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21498" y="3158271"/>
            <a:ext cx="45085" cy="0"/>
          </a:xfrm>
          <a:custGeom>
            <a:avLst/>
            <a:gdLst/>
            <a:ahLst/>
            <a:cxnLst/>
            <a:rect l="l" t="t" r="r" b="b"/>
            <a:pathLst>
              <a:path w="45084">
                <a:moveTo>
                  <a:pt x="0" y="0"/>
                </a:moveTo>
                <a:lnTo>
                  <a:pt x="44555" y="0"/>
                </a:lnTo>
              </a:path>
            </a:pathLst>
          </a:custGeom>
          <a:ln w="11138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21498" y="2843261"/>
            <a:ext cx="45085" cy="0"/>
          </a:xfrm>
          <a:custGeom>
            <a:avLst/>
            <a:gdLst/>
            <a:ahLst/>
            <a:cxnLst/>
            <a:rect l="l" t="t" r="r" b="b"/>
            <a:pathLst>
              <a:path w="45084">
                <a:moveTo>
                  <a:pt x="0" y="0"/>
                </a:moveTo>
                <a:lnTo>
                  <a:pt x="44555" y="0"/>
                </a:lnTo>
              </a:path>
            </a:pathLst>
          </a:custGeom>
          <a:ln w="11138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21498" y="2528251"/>
            <a:ext cx="45085" cy="0"/>
          </a:xfrm>
          <a:custGeom>
            <a:avLst/>
            <a:gdLst/>
            <a:ahLst/>
            <a:cxnLst/>
            <a:rect l="l" t="t" r="r" b="b"/>
            <a:pathLst>
              <a:path w="45084">
                <a:moveTo>
                  <a:pt x="0" y="0"/>
                </a:moveTo>
                <a:lnTo>
                  <a:pt x="44555" y="0"/>
                </a:lnTo>
              </a:path>
            </a:pathLst>
          </a:custGeom>
          <a:ln w="11138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1498" y="2213241"/>
            <a:ext cx="45085" cy="0"/>
          </a:xfrm>
          <a:custGeom>
            <a:avLst/>
            <a:gdLst/>
            <a:ahLst/>
            <a:cxnLst/>
            <a:rect l="l" t="t" r="r" b="b"/>
            <a:pathLst>
              <a:path w="45084">
                <a:moveTo>
                  <a:pt x="0" y="0"/>
                </a:moveTo>
                <a:lnTo>
                  <a:pt x="44555" y="0"/>
                </a:lnTo>
              </a:path>
            </a:pathLst>
          </a:custGeom>
          <a:ln w="11138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8" name="object 38"/>
          <p:cNvGrpSpPr/>
          <p:nvPr/>
        </p:nvGrpSpPr>
        <p:grpSpPr>
          <a:xfrm>
            <a:off x="821498" y="1892662"/>
            <a:ext cx="50165" cy="1940560"/>
            <a:chOff x="821498" y="1892662"/>
            <a:chExt cx="50165" cy="1940560"/>
          </a:xfrm>
        </p:grpSpPr>
        <p:sp>
          <p:nvSpPr>
            <p:cNvPr id="39" name="object 39"/>
            <p:cNvSpPr/>
            <p:nvPr/>
          </p:nvSpPr>
          <p:spPr>
            <a:xfrm>
              <a:off x="821498" y="1898232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>
                  <a:moveTo>
                    <a:pt x="0" y="0"/>
                  </a:moveTo>
                  <a:lnTo>
                    <a:pt x="44555" y="0"/>
                  </a:lnTo>
                </a:path>
              </a:pathLst>
            </a:custGeom>
            <a:ln w="1113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66054" y="1898232"/>
              <a:ext cx="0" cy="1890395"/>
            </a:xfrm>
            <a:custGeom>
              <a:avLst/>
              <a:gdLst/>
              <a:ahLst/>
              <a:cxnLst/>
              <a:rect l="l" t="t" r="r" b="b"/>
              <a:pathLst>
                <a:path h="1890395">
                  <a:moveTo>
                    <a:pt x="0" y="1890058"/>
                  </a:moveTo>
                  <a:lnTo>
                    <a:pt x="0" y="0"/>
                  </a:lnTo>
                </a:path>
              </a:pathLst>
            </a:custGeom>
            <a:ln w="1113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66054" y="3788290"/>
              <a:ext cx="0" cy="45085"/>
            </a:xfrm>
            <a:custGeom>
              <a:avLst/>
              <a:gdLst/>
              <a:ahLst/>
              <a:cxnLst/>
              <a:rect l="l" t="t" r="r" b="b"/>
              <a:pathLst>
                <a:path h="45085">
                  <a:moveTo>
                    <a:pt x="0" y="0"/>
                  </a:moveTo>
                  <a:lnTo>
                    <a:pt x="0" y="44555"/>
                  </a:lnTo>
                </a:path>
              </a:pathLst>
            </a:custGeom>
            <a:ln w="1113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/>
          <p:nvPr/>
        </p:nvSpPr>
        <p:spPr>
          <a:xfrm>
            <a:off x="1694903" y="3788290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0"/>
                </a:moveTo>
                <a:lnTo>
                  <a:pt x="0" y="44555"/>
                </a:lnTo>
              </a:path>
            </a:pathLst>
          </a:custGeom>
          <a:ln w="11138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523753" y="3788290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0"/>
                </a:moveTo>
                <a:lnTo>
                  <a:pt x="0" y="44555"/>
                </a:lnTo>
              </a:path>
            </a:pathLst>
          </a:custGeom>
          <a:ln w="11138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352603" y="3788290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0"/>
                </a:moveTo>
                <a:lnTo>
                  <a:pt x="0" y="44555"/>
                </a:lnTo>
              </a:path>
            </a:pathLst>
          </a:custGeom>
          <a:ln w="11138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181453" y="3788290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0"/>
                </a:moveTo>
                <a:lnTo>
                  <a:pt x="0" y="44555"/>
                </a:lnTo>
              </a:path>
            </a:pathLst>
          </a:custGeom>
          <a:ln w="11138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66054" y="3788290"/>
            <a:ext cx="4144645" cy="45085"/>
          </a:xfrm>
          <a:custGeom>
            <a:avLst/>
            <a:gdLst/>
            <a:ahLst/>
            <a:cxnLst/>
            <a:rect l="l" t="t" r="r" b="b"/>
            <a:pathLst>
              <a:path w="4144645" h="45085">
                <a:moveTo>
                  <a:pt x="4144249" y="0"/>
                </a:moveTo>
                <a:lnTo>
                  <a:pt x="4144249" y="44555"/>
                </a:lnTo>
              </a:path>
              <a:path w="4144645" h="45085">
                <a:moveTo>
                  <a:pt x="0" y="0"/>
                </a:moveTo>
                <a:lnTo>
                  <a:pt x="4144249" y="0"/>
                </a:lnTo>
              </a:path>
            </a:pathLst>
          </a:custGeom>
          <a:ln w="11138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212214" y="1831389"/>
            <a:ext cx="1409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5" dirty="0">
                <a:latin typeface="Arial"/>
                <a:cs typeface="Arial"/>
              </a:rPr>
              <a:t>28</a:t>
            </a:r>
            <a:endParaRPr sz="8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587460" y="2461409"/>
            <a:ext cx="10439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0"/>
              </a:spcBef>
            </a:pPr>
            <a:r>
              <a:rPr sz="850" spc="-25" dirty="0">
                <a:latin typeface="Arial"/>
                <a:cs typeface="Arial"/>
              </a:rPr>
              <a:t>18</a:t>
            </a:r>
            <a:endParaRPr sz="8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864715" y="2083397"/>
            <a:ext cx="1428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5" dirty="0">
                <a:latin typeface="Arial"/>
                <a:cs typeface="Arial"/>
              </a:rPr>
              <a:t>24</a:t>
            </a:r>
            <a:endParaRPr sz="8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693064" y="2335405"/>
            <a:ext cx="1435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5" dirty="0">
                <a:latin typeface="Arial"/>
                <a:cs typeface="Arial"/>
              </a:rPr>
              <a:t>20</a:t>
            </a:r>
            <a:endParaRPr sz="8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533053" y="2965424"/>
            <a:ext cx="1212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80" dirty="0">
                <a:latin typeface="Arial"/>
                <a:cs typeface="Arial"/>
              </a:rPr>
              <a:t>10</a:t>
            </a:r>
            <a:endParaRPr sz="8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35242" y="3820277"/>
            <a:ext cx="287655" cy="172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20" dirty="0">
                <a:solidFill>
                  <a:srgbClr val="5B6B64"/>
                </a:solidFill>
                <a:latin typeface="Arial"/>
                <a:cs typeface="Arial"/>
              </a:rPr>
              <a:t>Food</a:t>
            </a:r>
            <a:endParaRPr sz="9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953649" y="3820277"/>
            <a:ext cx="311785" cy="172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60" dirty="0">
                <a:solidFill>
                  <a:srgbClr val="5B6B64"/>
                </a:solidFill>
                <a:latin typeface="Arial"/>
                <a:cs typeface="Arial"/>
              </a:rPr>
              <a:t>Travel</a:t>
            </a:r>
            <a:endParaRPr sz="9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830623" y="3820277"/>
            <a:ext cx="213995" cy="172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50" dirty="0">
                <a:solidFill>
                  <a:srgbClr val="5B6B64"/>
                </a:solidFill>
                <a:latin typeface="Arial"/>
                <a:cs typeface="Arial"/>
              </a:rPr>
              <a:t>Bills</a:t>
            </a:r>
            <a:endParaRPr sz="9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509271" y="3820277"/>
            <a:ext cx="512445" cy="172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20" dirty="0">
                <a:solidFill>
                  <a:srgbClr val="5B6B64"/>
                </a:solidFill>
                <a:latin typeface="Arial"/>
                <a:cs typeface="Arial"/>
              </a:rPr>
              <a:t>Shopping</a:t>
            </a:r>
            <a:endParaRPr sz="9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417007" y="3820277"/>
            <a:ext cx="356870" cy="172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35" dirty="0">
                <a:solidFill>
                  <a:srgbClr val="5B6B64"/>
                </a:solidFill>
                <a:latin typeface="Arial"/>
                <a:cs typeface="Arial"/>
              </a:rPr>
              <a:t>Others</a:t>
            </a:r>
            <a:endParaRPr sz="9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82371" y="3690146"/>
            <a:ext cx="9461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50" dirty="0">
                <a:solidFill>
                  <a:srgbClr val="5B6B64"/>
                </a:solidFill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82371" y="3375137"/>
            <a:ext cx="9144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50" dirty="0">
                <a:solidFill>
                  <a:srgbClr val="5B6B64"/>
                </a:solidFill>
                <a:latin typeface="Arial"/>
                <a:cs typeface="Arial"/>
              </a:rPr>
              <a:t>5</a:t>
            </a:r>
            <a:endParaRPr sz="9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37815" y="3060127"/>
            <a:ext cx="13970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50" dirty="0">
                <a:solidFill>
                  <a:srgbClr val="5B6B64"/>
                </a:solidFill>
                <a:latin typeface="Arial"/>
                <a:cs typeface="Arial"/>
              </a:rPr>
              <a:t>10</a:t>
            </a:r>
            <a:endParaRPr sz="9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37815" y="2745117"/>
            <a:ext cx="1358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65" dirty="0">
                <a:solidFill>
                  <a:srgbClr val="5B6B64"/>
                </a:solidFill>
                <a:latin typeface="Arial"/>
                <a:cs typeface="Arial"/>
              </a:rPr>
              <a:t>15</a:t>
            </a:r>
            <a:endParaRPr sz="9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15537" y="2430107"/>
            <a:ext cx="16192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25" dirty="0">
                <a:solidFill>
                  <a:srgbClr val="5B6B64"/>
                </a:solidFill>
                <a:latin typeface="Arial"/>
                <a:cs typeface="Arial"/>
              </a:rPr>
              <a:t>20</a:t>
            </a:r>
            <a:endParaRPr sz="9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15537" y="2115098"/>
            <a:ext cx="15811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25" dirty="0">
                <a:solidFill>
                  <a:srgbClr val="5B6B64"/>
                </a:solidFill>
                <a:latin typeface="Arial"/>
                <a:cs typeface="Arial"/>
              </a:rPr>
              <a:t>25</a:t>
            </a:r>
            <a:endParaRPr sz="9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15537" y="1800088"/>
            <a:ext cx="16192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25" dirty="0">
                <a:solidFill>
                  <a:srgbClr val="5B6B64"/>
                </a:solidFill>
                <a:latin typeface="Arial"/>
                <a:cs typeface="Arial"/>
              </a:rPr>
              <a:t>30</a:t>
            </a:r>
            <a:endParaRPr sz="9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989510" y="1549292"/>
            <a:ext cx="1701164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35" dirty="0">
                <a:solidFill>
                  <a:srgbClr val="1B2A24"/>
                </a:solidFill>
                <a:latin typeface="Arial"/>
                <a:cs typeface="Arial"/>
              </a:rPr>
              <a:t>Category</a:t>
            </a:r>
            <a:r>
              <a:rPr sz="1100" spc="-35" dirty="0">
                <a:solidFill>
                  <a:srgbClr val="1B2A24"/>
                </a:solidFill>
                <a:latin typeface="Calibri"/>
                <a:cs typeface="Calibri"/>
              </a:rPr>
              <a:t>-</a:t>
            </a:r>
            <a:r>
              <a:rPr sz="1150" spc="-45" dirty="0">
                <a:solidFill>
                  <a:srgbClr val="1B2A24"/>
                </a:solidFill>
                <a:latin typeface="Arial"/>
                <a:cs typeface="Arial"/>
              </a:rPr>
              <a:t>wise</a:t>
            </a:r>
            <a:r>
              <a:rPr sz="1150" spc="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150" spc="-65" dirty="0">
                <a:solidFill>
                  <a:srgbClr val="1B2A24"/>
                </a:solidFill>
                <a:latin typeface="Arial"/>
                <a:cs typeface="Arial"/>
              </a:rPr>
              <a:t>Spend</a:t>
            </a:r>
            <a:r>
              <a:rPr sz="1150" spc="-4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150" spc="-60" dirty="0">
                <a:solidFill>
                  <a:srgbClr val="1B2A24"/>
                </a:solidFill>
                <a:latin typeface="Arial"/>
                <a:cs typeface="Arial"/>
              </a:rPr>
              <a:t>Share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473121" y="2045043"/>
            <a:ext cx="1738630" cy="1738630"/>
            <a:chOff x="6473121" y="2045043"/>
            <a:chExt cx="1738630" cy="1738630"/>
          </a:xfrm>
        </p:grpSpPr>
        <p:sp>
          <p:nvSpPr>
            <p:cNvPr id="66" name="object 66"/>
            <p:cNvSpPr/>
            <p:nvPr/>
          </p:nvSpPr>
          <p:spPr>
            <a:xfrm>
              <a:off x="7342182" y="2050612"/>
              <a:ext cx="863600" cy="1025525"/>
            </a:xfrm>
            <a:custGeom>
              <a:avLst/>
              <a:gdLst/>
              <a:ahLst/>
              <a:cxnLst/>
              <a:rect l="l" t="t" r="r" b="b"/>
              <a:pathLst>
                <a:path w="863600" h="1025525">
                  <a:moveTo>
                    <a:pt x="848197" y="1025294"/>
                  </a:moveTo>
                  <a:lnTo>
                    <a:pt x="0" y="863492"/>
                  </a:lnTo>
                  <a:lnTo>
                    <a:pt x="0" y="0"/>
                  </a:lnTo>
                  <a:lnTo>
                    <a:pt x="42369" y="1039"/>
                  </a:lnTo>
                  <a:lnTo>
                    <a:pt x="84637" y="4157"/>
                  </a:lnTo>
                  <a:lnTo>
                    <a:pt x="126700" y="9345"/>
                  </a:lnTo>
                  <a:lnTo>
                    <a:pt x="168458" y="16591"/>
                  </a:lnTo>
                  <a:lnTo>
                    <a:pt x="209811" y="25877"/>
                  </a:lnTo>
                  <a:lnTo>
                    <a:pt x="250658" y="37181"/>
                  </a:lnTo>
                  <a:lnTo>
                    <a:pt x="290901" y="50475"/>
                  </a:lnTo>
                  <a:lnTo>
                    <a:pt x="330444" y="65729"/>
                  </a:lnTo>
                  <a:lnTo>
                    <a:pt x="369190" y="82903"/>
                  </a:lnTo>
                  <a:lnTo>
                    <a:pt x="407047" y="101960"/>
                  </a:lnTo>
                  <a:lnTo>
                    <a:pt x="443923" y="122849"/>
                  </a:lnTo>
                  <a:lnTo>
                    <a:pt x="479730" y="145524"/>
                  </a:lnTo>
                  <a:lnTo>
                    <a:pt x="514382" y="169928"/>
                  </a:lnTo>
                  <a:lnTo>
                    <a:pt x="547793" y="196003"/>
                  </a:lnTo>
                  <a:lnTo>
                    <a:pt x="579886" y="223686"/>
                  </a:lnTo>
                  <a:lnTo>
                    <a:pt x="610581" y="252910"/>
                  </a:lnTo>
                  <a:lnTo>
                    <a:pt x="639805" y="283605"/>
                  </a:lnTo>
                  <a:lnTo>
                    <a:pt x="667488" y="315698"/>
                  </a:lnTo>
                  <a:lnTo>
                    <a:pt x="693563" y="349110"/>
                  </a:lnTo>
                  <a:lnTo>
                    <a:pt x="717967" y="383761"/>
                  </a:lnTo>
                  <a:lnTo>
                    <a:pt x="740642" y="419568"/>
                  </a:lnTo>
                  <a:lnTo>
                    <a:pt x="761531" y="456444"/>
                  </a:lnTo>
                  <a:lnTo>
                    <a:pt x="780588" y="494301"/>
                  </a:lnTo>
                  <a:lnTo>
                    <a:pt x="797762" y="533047"/>
                  </a:lnTo>
                  <a:lnTo>
                    <a:pt x="813016" y="572590"/>
                  </a:lnTo>
                  <a:lnTo>
                    <a:pt x="826310" y="612833"/>
                  </a:lnTo>
                  <a:lnTo>
                    <a:pt x="837614" y="653680"/>
                  </a:lnTo>
                  <a:lnTo>
                    <a:pt x="846900" y="695033"/>
                  </a:lnTo>
                  <a:lnTo>
                    <a:pt x="854146" y="736791"/>
                  </a:lnTo>
                  <a:lnTo>
                    <a:pt x="859334" y="778855"/>
                  </a:lnTo>
                  <a:lnTo>
                    <a:pt x="862452" y="821122"/>
                  </a:lnTo>
                  <a:lnTo>
                    <a:pt x="863492" y="863492"/>
                  </a:lnTo>
                  <a:lnTo>
                    <a:pt x="862536" y="904213"/>
                  </a:lnTo>
                  <a:lnTo>
                    <a:pt x="859668" y="944754"/>
                  </a:lnTo>
                  <a:lnTo>
                    <a:pt x="854888" y="985114"/>
                  </a:lnTo>
                  <a:lnTo>
                    <a:pt x="848197" y="1025294"/>
                  </a:lnTo>
                  <a:close/>
                </a:path>
              </a:pathLst>
            </a:custGeom>
            <a:solidFill>
              <a:srgbClr val="0A3C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342182" y="2050612"/>
              <a:ext cx="863600" cy="1025525"/>
            </a:xfrm>
            <a:custGeom>
              <a:avLst/>
              <a:gdLst/>
              <a:ahLst/>
              <a:cxnLst/>
              <a:rect l="l" t="t" r="r" b="b"/>
              <a:pathLst>
                <a:path w="863600" h="1025525">
                  <a:moveTo>
                    <a:pt x="0" y="863492"/>
                  </a:moveTo>
                  <a:lnTo>
                    <a:pt x="0" y="0"/>
                  </a:lnTo>
                  <a:lnTo>
                    <a:pt x="21197" y="259"/>
                  </a:lnTo>
                  <a:lnTo>
                    <a:pt x="63516" y="2338"/>
                  </a:lnTo>
                  <a:lnTo>
                    <a:pt x="105707" y="6494"/>
                  </a:lnTo>
                  <a:lnTo>
                    <a:pt x="147618" y="12711"/>
                  </a:lnTo>
                  <a:lnTo>
                    <a:pt x="189198" y="20982"/>
                  </a:lnTo>
                  <a:lnTo>
                    <a:pt x="230298" y="31277"/>
                  </a:lnTo>
                  <a:lnTo>
                    <a:pt x="270867" y="43583"/>
                  </a:lnTo>
                  <a:lnTo>
                    <a:pt x="310760" y="57857"/>
                  </a:lnTo>
                  <a:lnTo>
                    <a:pt x="349928" y="74081"/>
                  </a:lnTo>
                  <a:lnTo>
                    <a:pt x="388230" y="92196"/>
                  </a:lnTo>
                  <a:lnTo>
                    <a:pt x="425619" y="112181"/>
                  </a:lnTo>
                  <a:lnTo>
                    <a:pt x="461961" y="133963"/>
                  </a:lnTo>
                  <a:lnTo>
                    <a:pt x="497211" y="157517"/>
                  </a:lnTo>
                  <a:lnTo>
                    <a:pt x="531242" y="182756"/>
                  </a:lnTo>
                  <a:lnTo>
                    <a:pt x="564014" y="209652"/>
                  </a:lnTo>
                  <a:lnTo>
                    <a:pt x="595408" y="238105"/>
                  </a:lnTo>
                  <a:lnTo>
                    <a:pt x="625386" y="268083"/>
                  </a:lnTo>
                  <a:lnTo>
                    <a:pt x="653839" y="299477"/>
                  </a:lnTo>
                  <a:lnTo>
                    <a:pt x="680735" y="332249"/>
                  </a:lnTo>
                  <a:lnTo>
                    <a:pt x="705974" y="366280"/>
                  </a:lnTo>
                  <a:lnTo>
                    <a:pt x="729528" y="401531"/>
                  </a:lnTo>
                  <a:lnTo>
                    <a:pt x="751310" y="437872"/>
                  </a:lnTo>
                  <a:lnTo>
                    <a:pt x="771295" y="475261"/>
                  </a:lnTo>
                  <a:lnTo>
                    <a:pt x="789410" y="513563"/>
                  </a:lnTo>
                  <a:lnTo>
                    <a:pt x="805634" y="552731"/>
                  </a:lnTo>
                  <a:lnTo>
                    <a:pt x="819908" y="592624"/>
                  </a:lnTo>
                  <a:lnTo>
                    <a:pt x="832215" y="633193"/>
                  </a:lnTo>
                  <a:lnTo>
                    <a:pt x="842510" y="674293"/>
                  </a:lnTo>
                  <a:lnTo>
                    <a:pt x="850780" y="715874"/>
                  </a:lnTo>
                  <a:lnTo>
                    <a:pt x="856997" y="757785"/>
                  </a:lnTo>
                  <a:lnTo>
                    <a:pt x="861153" y="799976"/>
                  </a:lnTo>
                  <a:lnTo>
                    <a:pt x="863232" y="842294"/>
                  </a:lnTo>
                  <a:lnTo>
                    <a:pt x="863492" y="863492"/>
                  </a:lnTo>
                  <a:lnTo>
                    <a:pt x="862536" y="904213"/>
                  </a:lnTo>
                  <a:lnTo>
                    <a:pt x="859668" y="944754"/>
                  </a:lnTo>
                  <a:lnTo>
                    <a:pt x="854888" y="985114"/>
                  </a:lnTo>
                  <a:lnTo>
                    <a:pt x="848197" y="1025294"/>
                  </a:lnTo>
                  <a:lnTo>
                    <a:pt x="0" y="863492"/>
                  </a:lnTo>
                </a:path>
              </a:pathLst>
            </a:custGeom>
            <a:ln w="11138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342182" y="2914104"/>
              <a:ext cx="848360" cy="836930"/>
            </a:xfrm>
            <a:custGeom>
              <a:avLst/>
              <a:gdLst/>
              <a:ahLst/>
              <a:cxnLst/>
              <a:rect l="l" t="t" r="r" b="b"/>
              <a:pathLst>
                <a:path w="848359" h="836929">
                  <a:moveTo>
                    <a:pt x="214741" y="836363"/>
                  </a:moveTo>
                  <a:lnTo>
                    <a:pt x="0" y="0"/>
                  </a:lnTo>
                  <a:lnTo>
                    <a:pt x="848197" y="161802"/>
                  </a:lnTo>
                  <a:lnTo>
                    <a:pt x="837675" y="209640"/>
                  </a:lnTo>
                  <a:lnTo>
                    <a:pt x="824532" y="256580"/>
                  </a:lnTo>
                  <a:lnTo>
                    <a:pt x="808768" y="302623"/>
                  </a:lnTo>
                  <a:lnTo>
                    <a:pt x="790383" y="347769"/>
                  </a:lnTo>
                  <a:lnTo>
                    <a:pt x="769377" y="392017"/>
                  </a:lnTo>
                  <a:lnTo>
                    <a:pt x="745926" y="435020"/>
                  </a:lnTo>
                  <a:lnTo>
                    <a:pt x="720209" y="476429"/>
                  </a:lnTo>
                  <a:lnTo>
                    <a:pt x="692226" y="516246"/>
                  </a:lnTo>
                  <a:lnTo>
                    <a:pt x="661975" y="554470"/>
                  </a:lnTo>
                  <a:lnTo>
                    <a:pt x="629458" y="591101"/>
                  </a:lnTo>
                  <a:lnTo>
                    <a:pt x="594942" y="625854"/>
                  </a:lnTo>
                  <a:lnTo>
                    <a:pt x="558693" y="658444"/>
                  </a:lnTo>
                  <a:lnTo>
                    <a:pt x="520712" y="688873"/>
                  </a:lnTo>
                  <a:lnTo>
                    <a:pt x="480998" y="717139"/>
                  </a:lnTo>
                  <a:lnTo>
                    <a:pt x="439553" y="743243"/>
                  </a:lnTo>
                  <a:lnTo>
                    <a:pt x="396711" y="766987"/>
                  </a:lnTo>
                  <a:lnTo>
                    <a:pt x="352809" y="788170"/>
                  </a:lnTo>
                  <a:lnTo>
                    <a:pt x="307847" y="806794"/>
                  </a:lnTo>
                  <a:lnTo>
                    <a:pt x="261824" y="822859"/>
                  </a:lnTo>
                  <a:lnTo>
                    <a:pt x="214741" y="836363"/>
                  </a:lnTo>
                  <a:close/>
                </a:path>
              </a:pathLst>
            </a:custGeom>
            <a:solidFill>
              <a:srgbClr val="2E8B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342182" y="2914104"/>
              <a:ext cx="848360" cy="836930"/>
            </a:xfrm>
            <a:custGeom>
              <a:avLst/>
              <a:gdLst/>
              <a:ahLst/>
              <a:cxnLst/>
              <a:rect l="l" t="t" r="r" b="b"/>
              <a:pathLst>
                <a:path w="848359" h="836929">
                  <a:moveTo>
                    <a:pt x="0" y="0"/>
                  </a:moveTo>
                  <a:lnTo>
                    <a:pt x="848197" y="161802"/>
                  </a:lnTo>
                  <a:lnTo>
                    <a:pt x="837675" y="209640"/>
                  </a:lnTo>
                  <a:lnTo>
                    <a:pt x="824532" y="256580"/>
                  </a:lnTo>
                  <a:lnTo>
                    <a:pt x="808768" y="302623"/>
                  </a:lnTo>
                  <a:lnTo>
                    <a:pt x="790383" y="347769"/>
                  </a:lnTo>
                  <a:lnTo>
                    <a:pt x="769377" y="392017"/>
                  </a:lnTo>
                  <a:lnTo>
                    <a:pt x="745926" y="435020"/>
                  </a:lnTo>
                  <a:lnTo>
                    <a:pt x="720209" y="476429"/>
                  </a:lnTo>
                  <a:lnTo>
                    <a:pt x="692226" y="516246"/>
                  </a:lnTo>
                  <a:lnTo>
                    <a:pt x="661975" y="554470"/>
                  </a:lnTo>
                  <a:lnTo>
                    <a:pt x="629458" y="591101"/>
                  </a:lnTo>
                  <a:lnTo>
                    <a:pt x="594942" y="625854"/>
                  </a:lnTo>
                  <a:lnTo>
                    <a:pt x="558693" y="658444"/>
                  </a:lnTo>
                  <a:lnTo>
                    <a:pt x="520712" y="688873"/>
                  </a:lnTo>
                  <a:lnTo>
                    <a:pt x="480998" y="717139"/>
                  </a:lnTo>
                  <a:lnTo>
                    <a:pt x="439553" y="743243"/>
                  </a:lnTo>
                  <a:lnTo>
                    <a:pt x="396711" y="766987"/>
                  </a:lnTo>
                  <a:lnTo>
                    <a:pt x="352809" y="788170"/>
                  </a:lnTo>
                  <a:lnTo>
                    <a:pt x="307847" y="806794"/>
                  </a:lnTo>
                  <a:lnTo>
                    <a:pt x="261824" y="822859"/>
                  </a:lnTo>
                  <a:lnTo>
                    <a:pt x="214741" y="836363"/>
                  </a:lnTo>
                  <a:lnTo>
                    <a:pt x="0" y="0"/>
                  </a:lnTo>
                </a:path>
              </a:pathLst>
            </a:custGeom>
            <a:ln w="11138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520954" y="2914104"/>
              <a:ext cx="1036319" cy="863600"/>
            </a:xfrm>
            <a:custGeom>
              <a:avLst/>
              <a:gdLst/>
              <a:ahLst/>
              <a:cxnLst/>
              <a:rect l="l" t="t" r="r" b="b"/>
              <a:pathLst>
                <a:path w="1036320" h="863600">
                  <a:moveTo>
                    <a:pt x="834747" y="863391"/>
                  </a:moveTo>
                  <a:lnTo>
                    <a:pt x="794106" y="863074"/>
                  </a:lnTo>
                  <a:lnTo>
                    <a:pt x="753525" y="860838"/>
                  </a:lnTo>
                  <a:lnTo>
                    <a:pt x="713005" y="856683"/>
                  </a:lnTo>
                  <a:lnTo>
                    <a:pt x="672724" y="850631"/>
                  </a:lnTo>
                  <a:lnTo>
                    <a:pt x="632862" y="842704"/>
                  </a:lnTo>
                  <a:lnTo>
                    <a:pt x="593420" y="832904"/>
                  </a:lnTo>
                  <a:lnTo>
                    <a:pt x="554396" y="821229"/>
                  </a:lnTo>
                  <a:lnTo>
                    <a:pt x="515962" y="807737"/>
                  </a:lnTo>
                  <a:lnTo>
                    <a:pt x="478292" y="792481"/>
                  </a:lnTo>
                  <a:lnTo>
                    <a:pt x="441384" y="775464"/>
                  </a:lnTo>
                  <a:lnTo>
                    <a:pt x="405239" y="756683"/>
                  </a:lnTo>
                  <a:lnTo>
                    <a:pt x="370015" y="736228"/>
                  </a:lnTo>
                  <a:lnTo>
                    <a:pt x="335870" y="714184"/>
                  </a:lnTo>
                  <a:lnTo>
                    <a:pt x="302805" y="690552"/>
                  </a:lnTo>
                  <a:lnTo>
                    <a:pt x="270819" y="665332"/>
                  </a:lnTo>
                  <a:lnTo>
                    <a:pt x="240051" y="638638"/>
                  </a:lnTo>
                  <a:lnTo>
                    <a:pt x="210642" y="610587"/>
                  </a:lnTo>
                  <a:lnTo>
                    <a:pt x="182591" y="581178"/>
                  </a:lnTo>
                  <a:lnTo>
                    <a:pt x="155897" y="550410"/>
                  </a:lnTo>
                  <a:lnTo>
                    <a:pt x="130677" y="518424"/>
                  </a:lnTo>
                  <a:lnTo>
                    <a:pt x="107045" y="485359"/>
                  </a:lnTo>
                  <a:lnTo>
                    <a:pt x="85001" y="451214"/>
                  </a:lnTo>
                  <a:lnTo>
                    <a:pt x="64545" y="415990"/>
                  </a:lnTo>
                  <a:lnTo>
                    <a:pt x="45765" y="379845"/>
                  </a:lnTo>
                  <a:lnTo>
                    <a:pt x="28748" y="342937"/>
                  </a:lnTo>
                  <a:lnTo>
                    <a:pt x="13492" y="305267"/>
                  </a:lnTo>
                  <a:lnTo>
                    <a:pt x="0" y="266833"/>
                  </a:lnTo>
                  <a:lnTo>
                    <a:pt x="821229" y="0"/>
                  </a:lnTo>
                  <a:lnTo>
                    <a:pt x="1035971" y="836364"/>
                  </a:lnTo>
                  <a:lnTo>
                    <a:pt x="996291" y="845565"/>
                  </a:lnTo>
                  <a:lnTo>
                    <a:pt x="956311" y="852869"/>
                  </a:lnTo>
                  <a:lnTo>
                    <a:pt x="916030" y="858277"/>
                  </a:lnTo>
                  <a:lnTo>
                    <a:pt x="875448" y="861788"/>
                  </a:lnTo>
                  <a:lnTo>
                    <a:pt x="834747" y="863391"/>
                  </a:lnTo>
                  <a:close/>
                </a:path>
              </a:pathLst>
            </a:custGeom>
            <a:solidFill>
              <a:srgbClr val="D4A0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520954" y="2914104"/>
              <a:ext cx="1036319" cy="863600"/>
            </a:xfrm>
            <a:custGeom>
              <a:avLst/>
              <a:gdLst/>
              <a:ahLst/>
              <a:cxnLst/>
              <a:rect l="l" t="t" r="r" b="b"/>
              <a:pathLst>
                <a:path w="1036320" h="863600">
                  <a:moveTo>
                    <a:pt x="821229" y="0"/>
                  </a:moveTo>
                  <a:lnTo>
                    <a:pt x="1035971" y="836364"/>
                  </a:lnTo>
                  <a:lnTo>
                    <a:pt x="996291" y="845565"/>
                  </a:lnTo>
                  <a:lnTo>
                    <a:pt x="956311" y="852869"/>
                  </a:lnTo>
                  <a:lnTo>
                    <a:pt x="916030" y="858277"/>
                  </a:lnTo>
                  <a:lnTo>
                    <a:pt x="875448" y="861788"/>
                  </a:lnTo>
                  <a:lnTo>
                    <a:pt x="834747" y="863391"/>
                  </a:lnTo>
                  <a:lnTo>
                    <a:pt x="794106" y="863074"/>
                  </a:lnTo>
                  <a:lnTo>
                    <a:pt x="753525" y="860838"/>
                  </a:lnTo>
                  <a:lnTo>
                    <a:pt x="713005" y="856683"/>
                  </a:lnTo>
                  <a:lnTo>
                    <a:pt x="672724" y="850631"/>
                  </a:lnTo>
                  <a:lnTo>
                    <a:pt x="632862" y="842704"/>
                  </a:lnTo>
                  <a:lnTo>
                    <a:pt x="593420" y="832904"/>
                  </a:lnTo>
                  <a:lnTo>
                    <a:pt x="554396" y="821229"/>
                  </a:lnTo>
                  <a:lnTo>
                    <a:pt x="515962" y="807737"/>
                  </a:lnTo>
                  <a:lnTo>
                    <a:pt x="478292" y="792481"/>
                  </a:lnTo>
                  <a:lnTo>
                    <a:pt x="441384" y="775464"/>
                  </a:lnTo>
                  <a:lnTo>
                    <a:pt x="405239" y="756683"/>
                  </a:lnTo>
                  <a:lnTo>
                    <a:pt x="370015" y="736228"/>
                  </a:lnTo>
                  <a:lnTo>
                    <a:pt x="335870" y="714184"/>
                  </a:lnTo>
                  <a:lnTo>
                    <a:pt x="302805" y="690552"/>
                  </a:lnTo>
                  <a:lnTo>
                    <a:pt x="270819" y="665332"/>
                  </a:lnTo>
                  <a:lnTo>
                    <a:pt x="240051" y="638638"/>
                  </a:lnTo>
                  <a:lnTo>
                    <a:pt x="210642" y="610587"/>
                  </a:lnTo>
                  <a:lnTo>
                    <a:pt x="182591" y="581178"/>
                  </a:lnTo>
                  <a:lnTo>
                    <a:pt x="155897" y="550410"/>
                  </a:lnTo>
                  <a:lnTo>
                    <a:pt x="130677" y="518424"/>
                  </a:lnTo>
                  <a:lnTo>
                    <a:pt x="107045" y="485359"/>
                  </a:lnTo>
                  <a:lnTo>
                    <a:pt x="85001" y="451214"/>
                  </a:lnTo>
                  <a:lnTo>
                    <a:pt x="64545" y="415990"/>
                  </a:lnTo>
                  <a:lnTo>
                    <a:pt x="45765" y="379845"/>
                  </a:lnTo>
                  <a:lnTo>
                    <a:pt x="28748" y="342937"/>
                  </a:lnTo>
                  <a:lnTo>
                    <a:pt x="13492" y="305267"/>
                  </a:lnTo>
                  <a:lnTo>
                    <a:pt x="0" y="266833"/>
                  </a:lnTo>
                  <a:lnTo>
                    <a:pt x="821229" y="0"/>
                  </a:lnTo>
                </a:path>
              </a:pathLst>
            </a:custGeom>
            <a:ln w="11138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478691" y="2215525"/>
              <a:ext cx="863600" cy="965835"/>
            </a:xfrm>
            <a:custGeom>
              <a:avLst/>
              <a:gdLst/>
              <a:ahLst/>
              <a:cxnLst/>
              <a:rect l="l" t="t" r="r" b="b"/>
              <a:pathLst>
                <a:path w="863600" h="965835">
                  <a:moveTo>
                    <a:pt x="42262" y="965413"/>
                  </a:moveTo>
                  <a:lnTo>
                    <a:pt x="23854" y="900158"/>
                  </a:lnTo>
                  <a:lnTo>
                    <a:pt x="10631" y="833659"/>
                  </a:lnTo>
                  <a:lnTo>
                    <a:pt x="2657" y="766328"/>
                  </a:lnTo>
                  <a:lnTo>
                    <a:pt x="0" y="698579"/>
                  </a:lnTo>
                  <a:lnTo>
                    <a:pt x="664" y="664652"/>
                  </a:lnTo>
                  <a:lnTo>
                    <a:pt x="5979" y="597112"/>
                  </a:lnTo>
                  <a:lnTo>
                    <a:pt x="16594" y="530094"/>
                  </a:lnTo>
                  <a:lnTo>
                    <a:pt x="32410" y="464217"/>
                  </a:lnTo>
                  <a:lnTo>
                    <a:pt x="53378" y="399684"/>
                  </a:lnTo>
                  <a:lnTo>
                    <a:pt x="79304" y="337093"/>
                  </a:lnTo>
                  <a:lnTo>
                    <a:pt x="110109" y="276635"/>
                  </a:lnTo>
                  <a:lnTo>
                    <a:pt x="145508" y="218869"/>
                  </a:lnTo>
                  <a:lnTo>
                    <a:pt x="185391" y="163975"/>
                  </a:lnTo>
                  <a:lnTo>
                    <a:pt x="229390" y="112458"/>
                  </a:lnTo>
                  <a:lnTo>
                    <a:pt x="277370" y="64478"/>
                  </a:lnTo>
                  <a:lnTo>
                    <a:pt x="328887" y="20479"/>
                  </a:lnTo>
                  <a:lnTo>
                    <a:pt x="355944" y="0"/>
                  </a:lnTo>
                  <a:lnTo>
                    <a:pt x="863492" y="698579"/>
                  </a:lnTo>
                  <a:lnTo>
                    <a:pt x="42262" y="965413"/>
                  </a:lnTo>
                  <a:close/>
                </a:path>
              </a:pathLst>
            </a:custGeom>
            <a:solidFill>
              <a:srgbClr val="9EC4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478691" y="2215525"/>
              <a:ext cx="863600" cy="965835"/>
            </a:xfrm>
            <a:custGeom>
              <a:avLst/>
              <a:gdLst/>
              <a:ahLst/>
              <a:cxnLst/>
              <a:rect l="l" t="t" r="r" b="b"/>
              <a:pathLst>
                <a:path w="863600" h="965835">
                  <a:moveTo>
                    <a:pt x="863492" y="698579"/>
                  </a:moveTo>
                  <a:lnTo>
                    <a:pt x="42262" y="965413"/>
                  </a:lnTo>
                  <a:lnTo>
                    <a:pt x="32410" y="932941"/>
                  </a:lnTo>
                  <a:lnTo>
                    <a:pt x="23854" y="900158"/>
                  </a:lnTo>
                  <a:lnTo>
                    <a:pt x="10631" y="833659"/>
                  </a:lnTo>
                  <a:lnTo>
                    <a:pt x="2657" y="766328"/>
                  </a:lnTo>
                  <a:lnTo>
                    <a:pt x="0" y="698579"/>
                  </a:lnTo>
                  <a:lnTo>
                    <a:pt x="664" y="664652"/>
                  </a:lnTo>
                  <a:lnTo>
                    <a:pt x="5979" y="597112"/>
                  </a:lnTo>
                  <a:lnTo>
                    <a:pt x="16594" y="530094"/>
                  </a:lnTo>
                  <a:lnTo>
                    <a:pt x="32410" y="464217"/>
                  </a:lnTo>
                  <a:lnTo>
                    <a:pt x="53378" y="399684"/>
                  </a:lnTo>
                  <a:lnTo>
                    <a:pt x="79304" y="337093"/>
                  </a:lnTo>
                  <a:lnTo>
                    <a:pt x="110109" y="276635"/>
                  </a:lnTo>
                  <a:lnTo>
                    <a:pt x="145508" y="218869"/>
                  </a:lnTo>
                  <a:lnTo>
                    <a:pt x="185391" y="163975"/>
                  </a:lnTo>
                  <a:lnTo>
                    <a:pt x="229390" y="112458"/>
                  </a:lnTo>
                  <a:lnTo>
                    <a:pt x="277370" y="64478"/>
                  </a:lnTo>
                  <a:lnTo>
                    <a:pt x="328887" y="20479"/>
                  </a:lnTo>
                  <a:lnTo>
                    <a:pt x="355944" y="0"/>
                  </a:lnTo>
                  <a:lnTo>
                    <a:pt x="863492" y="698579"/>
                  </a:lnTo>
                </a:path>
              </a:pathLst>
            </a:custGeom>
            <a:ln w="11138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834635" y="2050612"/>
              <a:ext cx="508000" cy="863600"/>
            </a:xfrm>
            <a:custGeom>
              <a:avLst/>
              <a:gdLst/>
              <a:ahLst/>
              <a:cxnLst/>
              <a:rect l="l" t="t" r="r" b="b"/>
              <a:pathLst>
                <a:path w="508000" h="863600">
                  <a:moveTo>
                    <a:pt x="507547" y="863492"/>
                  </a:moveTo>
                  <a:lnTo>
                    <a:pt x="0" y="164912"/>
                  </a:lnTo>
                  <a:lnTo>
                    <a:pt x="45034" y="134282"/>
                  </a:lnTo>
                  <a:lnTo>
                    <a:pt x="91623" y="106702"/>
                  </a:lnTo>
                  <a:lnTo>
                    <a:pt x="139766" y="82172"/>
                  </a:lnTo>
                  <a:lnTo>
                    <a:pt x="189463" y="60692"/>
                  </a:lnTo>
                  <a:lnTo>
                    <a:pt x="240714" y="42262"/>
                  </a:lnTo>
                  <a:lnTo>
                    <a:pt x="293009" y="27047"/>
                  </a:lnTo>
                  <a:lnTo>
                    <a:pt x="345841" y="15214"/>
                  </a:lnTo>
                  <a:lnTo>
                    <a:pt x="399207" y="6761"/>
                  </a:lnTo>
                  <a:lnTo>
                    <a:pt x="453110" y="1690"/>
                  </a:lnTo>
                  <a:lnTo>
                    <a:pt x="507547" y="0"/>
                  </a:lnTo>
                  <a:lnTo>
                    <a:pt x="507547" y="863492"/>
                  </a:lnTo>
                  <a:close/>
                </a:path>
              </a:pathLst>
            </a:custGeom>
            <a:solidFill>
              <a:srgbClr val="5B6B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834635" y="2050612"/>
              <a:ext cx="508000" cy="863600"/>
            </a:xfrm>
            <a:custGeom>
              <a:avLst/>
              <a:gdLst/>
              <a:ahLst/>
              <a:cxnLst/>
              <a:rect l="l" t="t" r="r" b="b"/>
              <a:pathLst>
                <a:path w="508000" h="863600">
                  <a:moveTo>
                    <a:pt x="507547" y="863492"/>
                  </a:moveTo>
                  <a:lnTo>
                    <a:pt x="0" y="164912"/>
                  </a:lnTo>
                  <a:lnTo>
                    <a:pt x="45034" y="134282"/>
                  </a:lnTo>
                  <a:lnTo>
                    <a:pt x="91623" y="106702"/>
                  </a:lnTo>
                  <a:lnTo>
                    <a:pt x="139766" y="82172"/>
                  </a:lnTo>
                  <a:lnTo>
                    <a:pt x="189463" y="60692"/>
                  </a:lnTo>
                  <a:lnTo>
                    <a:pt x="240714" y="42262"/>
                  </a:lnTo>
                  <a:lnTo>
                    <a:pt x="293009" y="27047"/>
                  </a:lnTo>
                  <a:lnTo>
                    <a:pt x="345841" y="15214"/>
                  </a:lnTo>
                  <a:lnTo>
                    <a:pt x="399207" y="6761"/>
                  </a:lnTo>
                  <a:lnTo>
                    <a:pt x="453110" y="1690"/>
                  </a:lnTo>
                  <a:lnTo>
                    <a:pt x="507547" y="0"/>
                  </a:lnTo>
                  <a:lnTo>
                    <a:pt x="507547" y="863492"/>
                  </a:lnTo>
                </a:path>
              </a:pathLst>
            </a:custGeom>
            <a:ln w="11138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7819059" y="3350847"/>
            <a:ext cx="11874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90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8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920450" y="3480854"/>
            <a:ext cx="1428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5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85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564036" y="2613300"/>
            <a:ext cx="1435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5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8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065347" y="2129246"/>
            <a:ext cx="1212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8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8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828748" y="2358452"/>
            <a:ext cx="1409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5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endParaRPr sz="85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880231" y="1549292"/>
            <a:ext cx="155448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85" dirty="0">
                <a:solidFill>
                  <a:srgbClr val="1B2A24"/>
                </a:solidFill>
                <a:latin typeface="Arial"/>
                <a:cs typeface="Arial"/>
              </a:rPr>
              <a:t>Overall</a:t>
            </a:r>
            <a:r>
              <a:rPr sz="1150" spc="-65" dirty="0">
                <a:solidFill>
                  <a:srgbClr val="1B2A24"/>
                </a:solidFill>
                <a:latin typeface="Arial"/>
                <a:cs typeface="Arial"/>
              </a:rPr>
              <a:t> Spend</a:t>
            </a:r>
            <a:r>
              <a:rPr sz="1150" spc="-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150" spc="-30" dirty="0">
                <a:solidFill>
                  <a:srgbClr val="1B2A24"/>
                </a:solidFill>
                <a:latin typeface="Arial"/>
                <a:cs typeface="Arial"/>
              </a:rPr>
              <a:t>Distribution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9338780" y="2465951"/>
            <a:ext cx="70485" cy="70485"/>
            <a:chOff x="9338780" y="2465951"/>
            <a:chExt cx="70485" cy="70485"/>
          </a:xfrm>
        </p:grpSpPr>
        <p:sp>
          <p:nvSpPr>
            <p:cNvPr id="83" name="object 83"/>
            <p:cNvSpPr/>
            <p:nvPr/>
          </p:nvSpPr>
          <p:spPr>
            <a:xfrm>
              <a:off x="9344349" y="2471520"/>
              <a:ext cx="59055" cy="59055"/>
            </a:xfrm>
            <a:custGeom>
              <a:avLst/>
              <a:gdLst/>
              <a:ahLst/>
              <a:cxnLst/>
              <a:rect l="l" t="t" r="r" b="b"/>
              <a:pathLst>
                <a:path w="59054" h="59055">
                  <a:moveTo>
                    <a:pt x="58746" y="58746"/>
                  </a:moveTo>
                  <a:lnTo>
                    <a:pt x="0" y="58746"/>
                  </a:lnTo>
                  <a:lnTo>
                    <a:pt x="0" y="0"/>
                  </a:lnTo>
                  <a:lnTo>
                    <a:pt x="58746" y="0"/>
                  </a:lnTo>
                  <a:lnTo>
                    <a:pt x="58746" y="58746"/>
                  </a:lnTo>
                  <a:close/>
                </a:path>
              </a:pathLst>
            </a:custGeom>
            <a:solidFill>
              <a:srgbClr val="0A3C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344349" y="2471520"/>
              <a:ext cx="59055" cy="59055"/>
            </a:xfrm>
            <a:custGeom>
              <a:avLst/>
              <a:gdLst/>
              <a:ahLst/>
              <a:cxnLst/>
              <a:rect l="l" t="t" r="r" b="b"/>
              <a:pathLst>
                <a:path w="59054" h="59055">
                  <a:moveTo>
                    <a:pt x="0" y="0"/>
                  </a:moveTo>
                  <a:lnTo>
                    <a:pt x="58746" y="0"/>
                  </a:lnTo>
                  <a:lnTo>
                    <a:pt x="58746" y="58746"/>
                  </a:lnTo>
                  <a:lnTo>
                    <a:pt x="0" y="58746"/>
                  </a:lnTo>
                  <a:lnTo>
                    <a:pt x="0" y="0"/>
                  </a:lnTo>
                  <a:close/>
                </a:path>
              </a:pathLst>
            </a:custGeom>
            <a:ln w="11138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9419769" y="2408401"/>
            <a:ext cx="248285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spc="-45" dirty="0">
                <a:latin typeface="Arial"/>
                <a:cs typeface="Arial"/>
              </a:rPr>
              <a:t>Food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9338780" y="2672556"/>
            <a:ext cx="70485" cy="70485"/>
            <a:chOff x="9338780" y="2672556"/>
            <a:chExt cx="70485" cy="70485"/>
          </a:xfrm>
        </p:grpSpPr>
        <p:sp>
          <p:nvSpPr>
            <p:cNvPr id="87" name="object 87"/>
            <p:cNvSpPr/>
            <p:nvPr/>
          </p:nvSpPr>
          <p:spPr>
            <a:xfrm>
              <a:off x="9344349" y="2678126"/>
              <a:ext cx="59055" cy="59055"/>
            </a:xfrm>
            <a:custGeom>
              <a:avLst/>
              <a:gdLst/>
              <a:ahLst/>
              <a:cxnLst/>
              <a:rect l="l" t="t" r="r" b="b"/>
              <a:pathLst>
                <a:path w="59054" h="59055">
                  <a:moveTo>
                    <a:pt x="58746" y="58746"/>
                  </a:moveTo>
                  <a:lnTo>
                    <a:pt x="0" y="58746"/>
                  </a:lnTo>
                  <a:lnTo>
                    <a:pt x="0" y="0"/>
                  </a:lnTo>
                  <a:lnTo>
                    <a:pt x="58746" y="0"/>
                  </a:lnTo>
                  <a:lnTo>
                    <a:pt x="58746" y="58746"/>
                  </a:lnTo>
                  <a:close/>
                </a:path>
              </a:pathLst>
            </a:custGeom>
            <a:solidFill>
              <a:srgbClr val="2E8B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9344349" y="2678126"/>
              <a:ext cx="59055" cy="59055"/>
            </a:xfrm>
            <a:custGeom>
              <a:avLst/>
              <a:gdLst/>
              <a:ahLst/>
              <a:cxnLst/>
              <a:rect l="l" t="t" r="r" b="b"/>
              <a:pathLst>
                <a:path w="59054" h="59055">
                  <a:moveTo>
                    <a:pt x="0" y="0"/>
                  </a:moveTo>
                  <a:lnTo>
                    <a:pt x="58746" y="0"/>
                  </a:lnTo>
                  <a:lnTo>
                    <a:pt x="58746" y="58746"/>
                  </a:lnTo>
                  <a:lnTo>
                    <a:pt x="0" y="58746"/>
                  </a:lnTo>
                  <a:lnTo>
                    <a:pt x="0" y="0"/>
                  </a:lnTo>
                  <a:close/>
                </a:path>
              </a:pathLst>
            </a:custGeom>
            <a:ln w="11138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9419769" y="2615006"/>
            <a:ext cx="28829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spc="-50" dirty="0">
                <a:latin typeface="Arial"/>
                <a:cs typeface="Arial"/>
              </a:rPr>
              <a:t>Travel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9338780" y="2879162"/>
            <a:ext cx="70485" cy="70485"/>
            <a:chOff x="9338780" y="2879162"/>
            <a:chExt cx="70485" cy="70485"/>
          </a:xfrm>
        </p:grpSpPr>
        <p:sp>
          <p:nvSpPr>
            <p:cNvPr id="91" name="object 91"/>
            <p:cNvSpPr/>
            <p:nvPr/>
          </p:nvSpPr>
          <p:spPr>
            <a:xfrm>
              <a:off x="9344349" y="2884731"/>
              <a:ext cx="59055" cy="59055"/>
            </a:xfrm>
            <a:custGeom>
              <a:avLst/>
              <a:gdLst/>
              <a:ahLst/>
              <a:cxnLst/>
              <a:rect l="l" t="t" r="r" b="b"/>
              <a:pathLst>
                <a:path w="59054" h="59055">
                  <a:moveTo>
                    <a:pt x="58746" y="58746"/>
                  </a:moveTo>
                  <a:lnTo>
                    <a:pt x="0" y="58746"/>
                  </a:lnTo>
                  <a:lnTo>
                    <a:pt x="0" y="0"/>
                  </a:lnTo>
                  <a:lnTo>
                    <a:pt x="58746" y="0"/>
                  </a:lnTo>
                  <a:lnTo>
                    <a:pt x="58746" y="58746"/>
                  </a:lnTo>
                  <a:close/>
                </a:path>
              </a:pathLst>
            </a:custGeom>
            <a:solidFill>
              <a:srgbClr val="D4A0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9344349" y="2884731"/>
              <a:ext cx="59055" cy="59055"/>
            </a:xfrm>
            <a:custGeom>
              <a:avLst/>
              <a:gdLst/>
              <a:ahLst/>
              <a:cxnLst/>
              <a:rect l="l" t="t" r="r" b="b"/>
              <a:pathLst>
                <a:path w="59054" h="59055">
                  <a:moveTo>
                    <a:pt x="0" y="0"/>
                  </a:moveTo>
                  <a:lnTo>
                    <a:pt x="58746" y="0"/>
                  </a:lnTo>
                  <a:lnTo>
                    <a:pt x="58746" y="58746"/>
                  </a:lnTo>
                  <a:lnTo>
                    <a:pt x="0" y="58746"/>
                  </a:lnTo>
                  <a:lnTo>
                    <a:pt x="0" y="0"/>
                  </a:lnTo>
                  <a:close/>
                </a:path>
              </a:pathLst>
            </a:custGeom>
            <a:ln w="11138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9419769" y="2821612"/>
            <a:ext cx="208915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spc="-20" dirty="0">
                <a:latin typeface="Arial"/>
                <a:cs typeface="Arial"/>
              </a:rPr>
              <a:t>Bills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9338780" y="3085767"/>
            <a:ext cx="70485" cy="70485"/>
            <a:chOff x="9338780" y="3085767"/>
            <a:chExt cx="70485" cy="70485"/>
          </a:xfrm>
        </p:grpSpPr>
        <p:sp>
          <p:nvSpPr>
            <p:cNvPr id="95" name="object 95"/>
            <p:cNvSpPr/>
            <p:nvPr/>
          </p:nvSpPr>
          <p:spPr>
            <a:xfrm>
              <a:off x="9344349" y="3091336"/>
              <a:ext cx="59055" cy="59055"/>
            </a:xfrm>
            <a:custGeom>
              <a:avLst/>
              <a:gdLst/>
              <a:ahLst/>
              <a:cxnLst/>
              <a:rect l="l" t="t" r="r" b="b"/>
              <a:pathLst>
                <a:path w="59054" h="59055">
                  <a:moveTo>
                    <a:pt x="58746" y="58746"/>
                  </a:moveTo>
                  <a:lnTo>
                    <a:pt x="0" y="58746"/>
                  </a:lnTo>
                  <a:lnTo>
                    <a:pt x="0" y="0"/>
                  </a:lnTo>
                  <a:lnTo>
                    <a:pt x="58746" y="0"/>
                  </a:lnTo>
                  <a:lnTo>
                    <a:pt x="58746" y="58746"/>
                  </a:lnTo>
                  <a:close/>
                </a:path>
              </a:pathLst>
            </a:custGeom>
            <a:solidFill>
              <a:srgbClr val="9EC4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9344349" y="3091336"/>
              <a:ext cx="59055" cy="59055"/>
            </a:xfrm>
            <a:custGeom>
              <a:avLst/>
              <a:gdLst/>
              <a:ahLst/>
              <a:cxnLst/>
              <a:rect l="l" t="t" r="r" b="b"/>
              <a:pathLst>
                <a:path w="59054" h="59055">
                  <a:moveTo>
                    <a:pt x="0" y="0"/>
                  </a:moveTo>
                  <a:lnTo>
                    <a:pt x="58746" y="0"/>
                  </a:lnTo>
                  <a:lnTo>
                    <a:pt x="58746" y="58746"/>
                  </a:lnTo>
                  <a:lnTo>
                    <a:pt x="0" y="58746"/>
                  </a:lnTo>
                  <a:lnTo>
                    <a:pt x="0" y="0"/>
                  </a:lnTo>
                  <a:close/>
                </a:path>
              </a:pathLst>
            </a:custGeom>
            <a:ln w="11138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9419769" y="3028217"/>
            <a:ext cx="43942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spc="-45" dirty="0">
                <a:latin typeface="Arial"/>
                <a:cs typeface="Arial"/>
              </a:rPr>
              <a:t>Shopping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9338780" y="3292372"/>
            <a:ext cx="70485" cy="70485"/>
            <a:chOff x="9338780" y="3292372"/>
            <a:chExt cx="70485" cy="70485"/>
          </a:xfrm>
        </p:grpSpPr>
        <p:sp>
          <p:nvSpPr>
            <p:cNvPr id="99" name="object 99"/>
            <p:cNvSpPr/>
            <p:nvPr/>
          </p:nvSpPr>
          <p:spPr>
            <a:xfrm>
              <a:off x="9344349" y="3297942"/>
              <a:ext cx="59055" cy="59055"/>
            </a:xfrm>
            <a:custGeom>
              <a:avLst/>
              <a:gdLst/>
              <a:ahLst/>
              <a:cxnLst/>
              <a:rect l="l" t="t" r="r" b="b"/>
              <a:pathLst>
                <a:path w="59054" h="59054">
                  <a:moveTo>
                    <a:pt x="58746" y="58746"/>
                  </a:moveTo>
                  <a:lnTo>
                    <a:pt x="0" y="58746"/>
                  </a:lnTo>
                  <a:lnTo>
                    <a:pt x="0" y="0"/>
                  </a:lnTo>
                  <a:lnTo>
                    <a:pt x="58746" y="0"/>
                  </a:lnTo>
                  <a:lnTo>
                    <a:pt x="58746" y="58746"/>
                  </a:lnTo>
                  <a:close/>
                </a:path>
              </a:pathLst>
            </a:custGeom>
            <a:solidFill>
              <a:srgbClr val="5B6B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9344349" y="3297942"/>
              <a:ext cx="59055" cy="59055"/>
            </a:xfrm>
            <a:custGeom>
              <a:avLst/>
              <a:gdLst/>
              <a:ahLst/>
              <a:cxnLst/>
              <a:rect l="l" t="t" r="r" b="b"/>
              <a:pathLst>
                <a:path w="59054" h="59054">
                  <a:moveTo>
                    <a:pt x="0" y="0"/>
                  </a:moveTo>
                  <a:lnTo>
                    <a:pt x="58746" y="0"/>
                  </a:lnTo>
                  <a:lnTo>
                    <a:pt x="58746" y="58746"/>
                  </a:lnTo>
                  <a:lnTo>
                    <a:pt x="0" y="58746"/>
                  </a:lnTo>
                  <a:lnTo>
                    <a:pt x="0" y="0"/>
                  </a:lnTo>
                  <a:close/>
                </a:path>
              </a:pathLst>
            </a:custGeom>
            <a:ln w="11138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9419769" y="3234822"/>
            <a:ext cx="329565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spc="-25" dirty="0">
                <a:latin typeface="Arial"/>
                <a:cs typeface="Arial"/>
              </a:rPr>
              <a:t>Others</a:t>
            </a:r>
            <a:endParaRPr sz="85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28904" y="4300913"/>
            <a:ext cx="6997065" cy="520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i="1" spc="-65" dirty="0">
                <a:solidFill>
                  <a:srgbClr val="5B6B64"/>
                </a:solidFill>
                <a:latin typeface="Arial"/>
                <a:cs typeface="Arial"/>
              </a:rPr>
              <a:t>C</a:t>
            </a:r>
            <a:r>
              <a:rPr sz="1100" i="1" spc="-65" dirty="0">
                <a:solidFill>
                  <a:srgbClr val="5B6B64"/>
                </a:solidFill>
                <a:latin typeface="Arial"/>
                <a:cs typeface="Arial"/>
              </a:rPr>
              <a:t>h</a:t>
            </a:r>
            <a:r>
              <a:rPr sz="1050" i="1" spc="-65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100" i="1" spc="-65" dirty="0">
                <a:solidFill>
                  <a:srgbClr val="5B6B64"/>
                </a:solidFill>
                <a:latin typeface="Arial"/>
                <a:cs typeface="Arial"/>
              </a:rPr>
              <a:t>rts</a:t>
            </a:r>
            <a:r>
              <a:rPr sz="1100" i="1" spc="-55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050" i="1" spc="-85" dirty="0">
                <a:solidFill>
                  <a:srgbClr val="5B6B64"/>
                </a:solidFill>
                <a:latin typeface="Arial"/>
                <a:cs typeface="Arial"/>
              </a:rPr>
              <a:t>ab</a:t>
            </a:r>
            <a:r>
              <a:rPr sz="1100" i="1" spc="-85" dirty="0">
                <a:solidFill>
                  <a:srgbClr val="5B6B64"/>
                </a:solidFill>
                <a:latin typeface="Arial"/>
                <a:cs typeface="Arial"/>
              </a:rPr>
              <a:t>ov</a:t>
            </a:r>
            <a:r>
              <a:rPr sz="1050" i="1" spc="-85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050" i="1" spc="4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100" i="1" spc="-105" dirty="0">
                <a:solidFill>
                  <a:srgbClr val="5B6B64"/>
                </a:solidFill>
                <a:latin typeface="Arial"/>
                <a:cs typeface="Arial"/>
              </a:rPr>
              <a:t>us</a:t>
            </a:r>
            <a:r>
              <a:rPr sz="1050" i="1" spc="-105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050" i="1" spc="4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100" i="1" spc="-90" dirty="0">
                <a:solidFill>
                  <a:srgbClr val="5B6B64"/>
                </a:solidFill>
                <a:latin typeface="Arial"/>
                <a:cs typeface="Arial"/>
              </a:rPr>
              <a:t>s</a:t>
            </a:r>
            <a:r>
              <a:rPr sz="1050" i="1" spc="-90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100" i="1" spc="-90" dirty="0">
                <a:solidFill>
                  <a:srgbClr val="5B6B64"/>
                </a:solidFill>
                <a:latin typeface="Arial"/>
                <a:cs typeface="Arial"/>
              </a:rPr>
              <a:t>mpl</a:t>
            </a:r>
            <a:r>
              <a:rPr sz="1050" i="1" spc="-90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050" i="1" spc="4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100" i="1" spc="-80" dirty="0">
                <a:solidFill>
                  <a:srgbClr val="5B6B64"/>
                </a:solidFill>
                <a:latin typeface="Arial"/>
                <a:cs typeface="Arial"/>
              </a:rPr>
              <a:t>v</a:t>
            </a:r>
            <a:r>
              <a:rPr sz="1050" i="1" spc="-80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100" i="1" spc="-80" dirty="0">
                <a:solidFill>
                  <a:srgbClr val="5B6B64"/>
                </a:solidFill>
                <a:latin typeface="Arial"/>
                <a:cs typeface="Arial"/>
              </a:rPr>
              <a:t>lu</a:t>
            </a:r>
            <a:r>
              <a:rPr sz="1050" i="1" spc="-80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100" i="1" spc="-80" dirty="0">
                <a:solidFill>
                  <a:srgbClr val="5B6B64"/>
                </a:solidFill>
                <a:latin typeface="Arial"/>
                <a:cs typeface="Arial"/>
              </a:rPr>
              <a:t>s</a:t>
            </a:r>
            <a:r>
              <a:rPr sz="1100" i="1" spc="-5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B6B64"/>
                </a:solidFill>
                <a:latin typeface="Arial"/>
                <a:cs typeface="Arial"/>
              </a:rPr>
              <a:t>for</a:t>
            </a:r>
            <a:r>
              <a:rPr sz="1100" i="1" spc="-5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5B6B64"/>
                </a:solidFill>
                <a:latin typeface="Arial"/>
                <a:cs typeface="Arial"/>
              </a:rPr>
              <a:t>illustr</a:t>
            </a:r>
            <a:r>
              <a:rPr sz="1050" i="1" spc="-65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100" i="1" spc="-65" dirty="0">
                <a:solidFill>
                  <a:srgbClr val="5B6B64"/>
                </a:solidFill>
                <a:latin typeface="Arial"/>
                <a:cs typeface="Arial"/>
              </a:rPr>
              <a:t>tion</a:t>
            </a:r>
            <a:r>
              <a:rPr sz="1100" i="1" spc="-55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5B6B64"/>
                </a:solidFill>
                <a:latin typeface="Calibri"/>
                <a:cs typeface="Calibri"/>
              </a:rPr>
              <a:t>—</a:t>
            </a:r>
            <a:r>
              <a:rPr sz="1000" i="1" spc="30" dirty="0">
                <a:solidFill>
                  <a:srgbClr val="5B6B64"/>
                </a:solidFill>
                <a:latin typeface="Calibri"/>
                <a:cs typeface="Calibri"/>
              </a:rPr>
              <a:t> </a:t>
            </a:r>
            <a:r>
              <a:rPr sz="1100" i="1" spc="-60" dirty="0">
                <a:solidFill>
                  <a:srgbClr val="5B6B64"/>
                </a:solidFill>
                <a:latin typeface="Arial"/>
                <a:cs typeface="Arial"/>
              </a:rPr>
              <a:t>fin</a:t>
            </a:r>
            <a:r>
              <a:rPr sz="1050" i="1" spc="-60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100" i="1" spc="-60" dirty="0">
                <a:solidFill>
                  <a:srgbClr val="5B6B64"/>
                </a:solidFill>
                <a:latin typeface="Arial"/>
                <a:cs typeface="Arial"/>
              </a:rPr>
              <a:t>l</a:t>
            </a:r>
            <a:r>
              <a:rPr sz="1100" i="1" spc="-5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050" i="1" spc="-55" dirty="0">
                <a:solidFill>
                  <a:srgbClr val="5B6B64"/>
                </a:solidFill>
                <a:latin typeface="Arial"/>
                <a:cs typeface="Arial"/>
              </a:rPr>
              <a:t>c</a:t>
            </a:r>
            <a:r>
              <a:rPr sz="1100" i="1" spc="-55" dirty="0">
                <a:solidFill>
                  <a:srgbClr val="5B6B64"/>
                </a:solidFill>
                <a:latin typeface="Arial"/>
                <a:cs typeface="Arial"/>
              </a:rPr>
              <a:t>h</a:t>
            </a:r>
            <a:r>
              <a:rPr sz="1050" i="1" spc="-55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100" i="1" spc="-55" dirty="0">
                <a:solidFill>
                  <a:srgbClr val="5B6B64"/>
                </a:solidFill>
                <a:latin typeface="Arial"/>
                <a:cs typeface="Arial"/>
              </a:rPr>
              <a:t>rts</a:t>
            </a:r>
            <a:r>
              <a:rPr sz="1100" i="1" spc="-5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100" i="1" spc="-60" dirty="0">
                <a:solidFill>
                  <a:srgbClr val="5B6B64"/>
                </a:solidFill>
                <a:latin typeface="Arial"/>
                <a:cs typeface="Arial"/>
              </a:rPr>
              <a:t>will</a:t>
            </a:r>
            <a:r>
              <a:rPr sz="1100" i="1" spc="-5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050" i="1" spc="-85" dirty="0">
                <a:solidFill>
                  <a:srgbClr val="5B6B64"/>
                </a:solidFill>
                <a:latin typeface="Arial"/>
                <a:cs typeface="Arial"/>
              </a:rPr>
              <a:t>be</a:t>
            </a:r>
            <a:r>
              <a:rPr sz="1050" i="1" spc="4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100" i="1" spc="-60" dirty="0">
                <a:solidFill>
                  <a:srgbClr val="5B6B64"/>
                </a:solidFill>
                <a:latin typeface="Arial"/>
                <a:cs typeface="Arial"/>
              </a:rPr>
              <a:t>g</a:t>
            </a:r>
            <a:r>
              <a:rPr sz="1050" i="1" spc="-60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100" i="1" spc="-60" dirty="0">
                <a:solidFill>
                  <a:srgbClr val="5B6B64"/>
                </a:solidFill>
                <a:latin typeface="Arial"/>
                <a:cs typeface="Arial"/>
              </a:rPr>
              <a:t>n</a:t>
            </a:r>
            <a:r>
              <a:rPr sz="1050" i="1" spc="-60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100" i="1" spc="-60" dirty="0">
                <a:solidFill>
                  <a:srgbClr val="5B6B64"/>
                </a:solidFill>
                <a:latin typeface="Arial"/>
                <a:cs typeface="Arial"/>
              </a:rPr>
              <a:t>r</a:t>
            </a:r>
            <a:r>
              <a:rPr sz="1050" i="1" spc="-60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100" i="1" spc="-60" dirty="0">
                <a:solidFill>
                  <a:srgbClr val="5B6B64"/>
                </a:solidFill>
                <a:latin typeface="Arial"/>
                <a:cs typeface="Arial"/>
              </a:rPr>
              <a:t>t</a:t>
            </a:r>
            <a:r>
              <a:rPr sz="1050" i="1" spc="-60" dirty="0">
                <a:solidFill>
                  <a:srgbClr val="5B6B64"/>
                </a:solidFill>
                <a:latin typeface="Arial"/>
                <a:cs typeface="Arial"/>
              </a:rPr>
              <a:t>ed</a:t>
            </a:r>
            <a:r>
              <a:rPr sz="1050" i="1" spc="-4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5B6B64"/>
                </a:solidFill>
                <a:latin typeface="Arial"/>
                <a:cs typeface="Arial"/>
              </a:rPr>
              <a:t>from</a:t>
            </a:r>
            <a:r>
              <a:rPr sz="1100" i="1" spc="-5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5B6B64"/>
                </a:solidFill>
                <a:latin typeface="Arial"/>
                <a:cs typeface="Arial"/>
              </a:rPr>
              <a:t>th</a:t>
            </a:r>
            <a:r>
              <a:rPr sz="1050" i="1" spc="-65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050" i="1" spc="4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100" i="1" spc="-70" dirty="0">
                <a:solidFill>
                  <a:srgbClr val="5B6B64"/>
                </a:solidFill>
                <a:latin typeface="Arial"/>
                <a:cs typeface="Arial"/>
              </a:rPr>
              <a:t>r</a:t>
            </a:r>
            <a:r>
              <a:rPr sz="1050" i="1" spc="-70" dirty="0">
                <a:solidFill>
                  <a:srgbClr val="5B6B64"/>
                </a:solidFill>
                <a:latin typeface="Arial"/>
                <a:cs typeface="Arial"/>
              </a:rPr>
              <a:t>ea</a:t>
            </a:r>
            <a:r>
              <a:rPr sz="1100" i="1" spc="-70" dirty="0">
                <a:solidFill>
                  <a:srgbClr val="5B6B64"/>
                </a:solidFill>
                <a:latin typeface="Arial"/>
                <a:cs typeface="Arial"/>
              </a:rPr>
              <a:t>l</a:t>
            </a:r>
            <a:r>
              <a:rPr sz="1100" i="1" spc="-5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050" i="1" spc="-55" dirty="0">
                <a:solidFill>
                  <a:srgbClr val="5B6B64"/>
                </a:solidFill>
                <a:latin typeface="Arial"/>
                <a:cs typeface="Arial"/>
              </a:rPr>
              <a:t>da</a:t>
            </a:r>
            <a:r>
              <a:rPr sz="1100" i="1" spc="-55" dirty="0">
                <a:solidFill>
                  <a:srgbClr val="5B6B64"/>
                </a:solidFill>
                <a:latin typeface="Arial"/>
                <a:cs typeface="Arial"/>
              </a:rPr>
              <a:t>t</a:t>
            </a:r>
            <a:r>
              <a:rPr sz="1050" i="1" spc="-55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100" i="1" spc="-55" dirty="0">
                <a:solidFill>
                  <a:srgbClr val="5B6B64"/>
                </a:solidFill>
                <a:latin typeface="Arial"/>
                <a:cs typeface="Arial"/>
              </a:rPr>
              <a:t>s</a:t>
            </a:r>
            <a:r>
              <a:rPr sz="1050" i="1" spc="-55" dirty="0">
                <a:solidFill>
                  <a:srgbClr val="5B6B64"/>
                </a:solidFill>
                <a:latin typeface="Arial"/>
                <a:cs typeface="Arial"/>
              </a:rPr>
              <a:t>e</a:t>
            </a:r>
            <a:r>
              <a:rPr sz="1100" i="1" spc="-55" dirty="0">
                <a:solidFill>
                  <a:srgbClr val="5B6B64"/>
                </a:solidFill>
                <a:latin typeface="Arial"/>
                <a:cs typeface="Arial"/>
              </a:rPr>
              <a:t>t</a:t>
            </a:r>
            <a:r>
              <a:rPr sz="1100" i="1" spc="-5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100" i="1" spc="-80" dirty="0">
                <a:solidFill>
                  <a:srgbClr val="5B6B64"/>
                </a:solidFill>
                <a:latin typeface="Arial"/>
                <a:cs typeface="Arial"/>
              </a:rPr>
              <a:t>using</a:t>
            </a:r>
            <a:r>
              <a:rPr sz="1100" i="1" spc="-55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050" i="1" spc="-50" dirty="0">
                <a:solidFill>
                  <a:srgbClr val="5B6B64"/>
                </a:solidFill>
                <a:latin typeface="Arial"/>
                <a:cs typeface="Arial"/>
              </a:rPr>
              <a:t>Ma</a:t>
            </a:r>
            <a:r>
              <a:rPr sz="1100" i="1" spc="-50" dirty="0">
                <a:solidFill>
                  <a:srgbClr val="5B6B64"/>
                </a:solidFill>
                <a:latin typeface="Arial"/>
                <a:cs typeface="Arial"/>
              </a:rPr>
              <a:t>tplotli</a:t>
            </a:r>
            <a:r>
              <a:rPr sz="1050" i="1" spc="-50" dirty="0">
                <a:solidFill>
                  <a:srgbClr val="5B6B64"/>
                </a:solidFill>
                <a:latin typeface="Arial"/>
                <a:cs typeface="Arial"/>
              </a:rPr>
              <a:t>b</a:t>
            </a:r>
            <a:r>
              <a:rPr sz="1050" i="1" spc="-35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050" i="1" spc="-70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100" i="1" spc="-70" dirty="0">
                <a:solidFill>
                  <a:srgbClr val="5B6B64"/>
                </a:solidFill>
                <a:latin typeface="Arial"/>
                <a:cs typeface="Arial"/>
              </a:rPr>
              <a:t>n</a:t>
            </a:r>
            <a:r>
              <a:rPr sz="1050" i="1" spc="-70" dirty="0">
                <a:solidFill>
                  <a:srgbClr val="5B6B64"/>
                </a:solidFill>
                <a:latin typeface="Arial"/>
                <a:cs typeface="Arial"/>
              </a:rPr>
              <a:t>d</a:t>
            </a:r>
            <a:r>
              <a:rPr sz="1050" i="1" spc="-35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050" i="1" spc="-10" dirty="0">
                <a:solidFill>
                  <a:srgbClr val="5B6B64"/>
                </a:solidFill>
                <a:latin typeface="Arial"/>
                <a:cs typeface="Arial"/>
              </a:rPr>
              <a:t>Seab</a:t>
            </a:r>
            <a:r>
              <a:rPr sz="1100" i="1" spc="-10" dirty="0">
                <a:solidFill>
                  <a:srgbClr val="5B6B64"/>
                </a:solidFill>
                <a:latin typeface="Arial"/>
                <a:cs typeface="Arial"/>
              </a:rPr>
              <a:t>orn</a:t>
            </a:r>
            <a:r>
              <a:rPr sz="1000" i="1" spc="-10" dirty="0">
                <a:solidFill>
                  <a:srgbClr val="5B6B64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150" spc="-60" dirty="0">
                <a:solidFill>
                  <a:srgbClr val="1B2A24"/>
                </a:solidFill>
                <a:latin typeface="Arial"/>
                <a:cs typeface="Arial"/>
              </a:rPr>
              <a:t>Additional</a:t>
            </a:r>
            <a:r>
              <a:rPr sz="115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150" spc="-60" dirty="0">
                <a:solidFill>
                  <a:srgbClr val="1B2A24"/>
                </a:solidFill>
                <a:latin typeface="Arial"/>
                <a:cs typeface="Arial"/>
              </a:rPr>
              <a:t>planned</a:t>
            </a:r>
            <a:r>
              <a:rPr sz="1150" spc="-40" dirty="0">
                <a:solidFill>
                  <a:srgbClr val="1B2A24"/>
                </a:solidFill>
                <a:latin typeface="Arial"/>
                <a:cs typeface="Arial"/>
              </a:rPr>
              <a:t> charts</a:t>
            </a:r>
            <a:r>
              <a:rPr sz="1100" spc="-40" dirty="0">
                <a:solidFill>
                  <a:srgbClr val="1B2A24"/>
                </a:solidFill>
                <a:latin typeface="Calibri"/>
                <a:cs typeface="Calibri"/>
              </a:rPr>
              <a:t>:</a:t>
            </a:r>
            <a:r>
              <a:rPr sz="1100" spc="1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150" spc="-50" dirty="0">
                <a:solidFill>
                  <a:srgbClr val="1B2A24"/>
                </a:solidFill>
                <a:latin typeface="Arial"/>
                <a:cs typeface="Arial"/>
              </a:rPr>
              <a:t>monthly</a:t>
            </a:r>
            <a:r>
              <a:rPr sz="115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150" spc="-50" dirty="0">
                <a:solidFill>
                  <a:srgbClr val="1B2A24"/>
                </a:solidFill>
                <a:latin typeface="Arial"/>
                <a:cs typeface="Arial"/>
              </a:rPr>
              <a:t>spending</a:t>
            </a:r>
            <a:r>
              <a:rPr sz="1150" spc="-4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150" spc="-30" dirty="0">
                <a:solidFill>
                  <a:srgbClr val="1B2A24"/>
                </a:solidFill>
                <a:latin typeface="Arial"/>
                <a:cs typeface="Arial"/>
              </a:rPr>
              <a:t>trend</a:t>
            </a:r>
            <a:r>
              <a:rPr sz="1150" spc="-3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150" spc="-55" dirty="0">
                <a:solidFill>
                  <a:srgbClr val="1B2A24"/>
                </a:solidFill>
                <a:latin typeface="Arial"/>
                <a:cs typeface="Arial"/>
              </a:rPr>
              <a:t>line</a:t>
            </a:r>
            <a:r>
              <a:rPr sz="1100" spc="-55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100" spc="20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150" spc="-70" dirty="0">
                <a:solidFill>
                  <a:srgbClr val="1B2A24"/>
                </a:solidFill>
                <a:latin typeface="Arial"/>
                <a:cs typeface="Arial"/>
              </a:rPr>
              <a:t>income</a:t>
            </a:r>
            <a:r>
              <a:rPr sz="1150" spc="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150" spc="-25" dirty="0">
                <a:solidFill>
                  <a:srgbClr val="1B2A24"/>
                </a:solidFill>
                <a:latin typeface="Arial"/>
                <a:cs typeface="Arial"/>
              </a:rPr>
              <a:t>vs</a:t>
            </a:r>
            <a:r>
              <a:rPr sz="1100" spc="-25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r>
              <a:rPr sz="1100" spc="1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150" spc="-45" dirty="0">
                <a:solidFill>
                  <a:srgbClr val="1B2A24"/>
                </a:solidFill>
                <a:latin typeface="Arial"/>
                <a:cs typeface="Arial"/>
              </a:rPr>
              <a:t>expenditure</a:t>
            </a:r>
            <a:r>
              <a:rPr sz="1150" spc="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1B2A24"/>
                </a:solidFill>
                <a:latin typeface="Arial"/>
                <a:cs typeface="Arial"/>
              </a:rPr>
              <a:t>heatmap</a:t>
            </a:r>
            <a:r>
              <a:rPr sz="1100" spc="-1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3" name="object 10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701" y="122682"/>
            <a:ext cx="962405" cy="962405"/>
          </a:xfrm>
          <a:prstGeom prst="rect">
            <a:avLst/>
          </a:prstGeom>
        </p:spPr>
      </p:pic>
      <p:sp>
        <p:nvSpPr>
          <p:cNvPr id="104" name="object 10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9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9811" y="779195"/>
            <a:ext cx="2336165" cy="276860"/>
          </a:xfrm>
          <a:custGeom>
            <a:avLst/>
            <a:gdLst/>
            <a:ahLst/>
            <a:cxnLst/>
            <a:rect l="l" t="t" r="r" b="b"/>
            <a:pathLst>
              <a:path w="2336165" h="276859">
                <a:moveTo>
                  <a:pt x="234099" y="191884"/>
                </a:moveTo>
                <a:lnTo>
                  <a:pt x="199720" y="181178"/>
                </a:lnTo>
                <a:lnTo>
                  <a:pt x="194551" y="196138"/>
                </a:lnTo>
                <a:lnTo>
                  <a:pt x="188087" y="208826"/>
                </a:lnTo>
                <a:lnTo>
                  <a:pt x="150114" y="237832"/>
                </a:lnTo>
                <a:lnTo>
                  <a:pt x="125488" y="241312"/>
                </a:lnTo>
                <a:lnTo>
                  <a:pt x="112052" y="240525"/>
                </a:lnTo>
                <a:lnTo>
                  <a:pt x="68935" y="221665"/>
                </a:lnTo>
                <a:lnTo>
                  <a:pt x="44018" y="180352"/>
                </a:lnTo>
                <a:lnTo>
                  <a:pt x="38290" y="137401"/>
                </a:lnTo>
                <a:lnTo>
                  <a:pt x="38925" y="122669"/>
                </a:lnTo>
                <a:lnTo>
                  <a:pt x="48387" y="83883"/>
                </a:lnTo>
                <a:lnTo>
                  <a:pt x="77025" y="48120"/>
                </a:lnTo>
                <a:lnTo>
                  <a:pt x="120446" y="35585"/>
                </a:lnTo>
                <a:lnTo>
                  <a:pt x="128600" y="35979"/>
                </a:lnTo>
                <a:lnTo>
                  <a:pt x="166890" y="49555"/>
                </a:lnTo>
                <a:lnTo>
                  <a:pt x="194843" y="86017"/>
                </a:lnTo>
                <a:lnTo>
                  <a:pt x="198678" y="97459"/>
                </a:lnTo>
                <a:lnTo>
                  <a:pt x="232448" y="85369"/>
                </a:lnTo>
                <a:lnTo>
                  <a:pt x="215468" y="46786"/>
                </a:lnTo>
                <a:lnTo>
                  <a:pt x="173685" y="11455"/>
                </a:lnTo>
                <a:lnTo>
                  <a:pt x="120357" y="0"/>
                </a:lnTo>
                <a:lnTo>
                  <a:pt x="102654" y="1092"/>
                </a:lnTo>
                <a:lnTo>
                  <a:pt x="56476" y="17576"/>
                </a:lnTo>
                <a:lnTo>
                  <a:pt x="22720" y="51574"/>
                </a:lnTo>
                <a:lnTo>
                  <a:pt x="3657" y="99656"/>
                </a:lnTo>
                <a:lnTo>
                  <a:pt x="0" y="137401"/>
                </a:lnTo>
                <a:lnTo>
                  <a:pt x="939" y="157467"/>
                </a:lnTo>
                <a:lnTo>
                  <a:pt x="14884" y="210324"/>
                </a:lnTo>
                <a:lnTo>
                  <a:pt x="44602" y="249707"/>
                </a:lnTo>
                <a:lnTo>
                  <a:pt x="88176" y="272440"/>
                </a:lnTo>
                <a:lnTo>
                  <a:pt x="123317" y="276809"/>
                </a:lnTo>
                <a:lnTo>
                  <a:pt x="141719" y="275628"/>
                </a:lnTo>
                <a:lnTo>
                  <a:pt x="191198" y="257327"/>
                </a:lnTo>
                <a:lnTo>
                  <a:pt x="226644" y="213131"/>
                </a:lnTo>
                <a:lnTo>
                  <a:pt x="234099" y="191884"/>
                </a:lnTo>
                <a:close/>
              </a:path>
              <a:path w="2336165" h="276859">
                <a:moveTo>
                  <a:pt x="511175" y="136880"/>
                </a:moveTo>
                <a:lnTo>
                  <a:pt x="510273" y="118491"/>
                </a:lnTo>
                <a:lnTo>
                  <a:pt x="510247" y="118351"/>
                </a:lnTo>
                <a:lnTo>
                  <a:pt x="507568" y="100812"/>
                </a:lnTo>
                <a:lnTo>
                  <a:pt x="507504" y="100596"/>
                </a:lnTo>
                <a:lnTo>
                  <a:pt x="503047" y="83934"/>
                </a:lnTo>
                <a:lnTo>
                  <a:pt x="502958" y="83705"/>
                </a:lnTo>
                <a:lnTo>
                  <a:pt x="496735" y="67868"/>
                </a:lnTo>
                <a:lnTo>
                  <a:pt x="496633" y="67703"/>
                </a:lnTo>
                <a:lnTo>
                  <a:pt x="490220" y="55803"/>
                </a:lnTo>
                <a:lnTo>
                  <a:pt x="488645" y="52920"/>
                </a:lnTo>
                <a:lnTo>
                  <a:pt x="479005" y="39763"/>
                </a:lnTo>
                <a:lnTo>
                  <a:pt x="475081" y="35763"/>
                </a:lnTo>
                <a:lnTo>
                  <a:pt x="473240" y="33883"/>
                </a:lnTo>
                <a:lnTo>
                  <a:pt x="473240" y="136880"/>
                </a:lnTo>
                <a:lnTo>
                  <a:pt x="472630" y="151828"/>
                </a:lnTo>
                <a:lnTo>
                  <a:pt x="463486" y="191185"/>
                </a:lnTo>
                <a:lnTo>
                  <a:pt x="457974" y="202412"/>
                </a:lnTo>
                <a:lnTo>
                  <a:pt x="451523" y="212051"/>
                </a:lnTo>
                <a:lnTo>
                  <a:pt x="414210" y="237744"/>
                </a:lnTo>
                <a:lnTo>
                  <a:pt x="389610" y="241046"/>
                </a:lnTo>
                <a:lnTo>
                  <a:pt x="376720" y="240220"/>
                </a:lnTo>
                <a:lnTo>
                  <a:pt x="335254" y="220776"/>
                </a:lnTo>
                <a:lnTo>
                  <a:pt x="320865" y="202247"/>
                </a:lnTo>
                <a:lnTo>
                  <a:pt x="315429" y="191185"/>
                </a:lnTo>
                <a:lnTo>
                  <a:pt x="311150" y="178981"/>
                </a:lnTo>
                <a:lnTo>
                  <a:pt x="308089" y="165862"/>
                </a:lnTo>
                <a:lnTo>
                  <a:pt x="306247" y="151828"/>
                </a:lnTo>
                <a:lnTo>
                  <a:pt x="305625" y="136880"/>
                </a:lnTo>
                <a:lnTo>
                  <a:pt x="306247" y="122656"/>
                </a:lnTo>
                <a:lnTo>
                  <a:pt x="315468" y="84670"/>
                </a:lnTo>
                <a:lnTo>
                  <a:pt x="344093" y="48729"/>
                </a:lnTo>
                <a:lnTo>
                  <a:pt x="389610" y="35763"/>
                </a:lnTo>
                <a:lnTo>
                  <a:pt x="402386" y="36576"/>
                </a:lnTo>
                <a:lnTo>
                  <a:pt x="443572" y="55803"/>
                </a:lnTo>
                <a:lnTo>
                  <a:pt x="467652" y="96545"/>
                </a:lnTo>
                <a:lnTo>
                  <a:pt x="473240" y="136880"/>
                </a:lnTo>
                <a:lnTo>
                  <a:pt x="473240" y="33883"/>
                </a:lnTo>
                <a:lnTo>
                  <a:pt x="440258" y="10274"/>
                </a:lnTo>
                <a:lnTo>
                  <a:pt x="389610" y="0"/>
                </a:lnTo>
                <a:lnTo>
                  <a:pt x="371348" y="1143"/>
                </a:lnTo>
                <a:lnTo>
                  <a:pt x="324078" y="18275"/>
                </a:lnTo>
                <a:lnTo>
                  <a:pt x="289953" y="52920"/>
                </a:lnTo>
                <a:lnTo>
                  <a:pt x="270967" y="100596"/>
                </a:lnTo>
                <a:lnTo>
                  <a:pt x="270941" y="100812"/>
                </a:lnTo>
                <a:lnTo>
                  <a:pt x="268249" y="118351"/>
                </a:lnTo>
                <a:lnTo>
                  <a:pt x="268236" y="118491"/>
                </a:lnTo>
                <a:lnTo>
                  <a:pt x="267347" y="136880"/>
                </a:lnTo>
                <a:lnTo>
                  <a:pt x="268236" y="156133"/>
                </a:lnTo>
                <a:lnTo>
                  <a:pt x="281698" y="208064"/>
                </a:lnTo>
                <a:lnTo>
                  <a:pt x="310730" y="248272"/>
                </a:lnTo>
                <a:lnTo>
                  <a:pt x="354076" y="272199"/>
                </a:lnTo>
                <a:lnTo>
                  <a:pt x="389610" y="276809"/>
                </a:lnTo>
                <a:lnTo>
                  <a:pt x="407860" y="275666"/>
                </a:lnTo>
                <a:lnTo>
                  <a:pt x="455053" y="258368"/>
                </a:lnTo>
                <a:lnTo>
                  <a:pt x="475043" y="241046"/>
                </a:lnTo>
                <a:lnTo>
                  <a:pt x="479412" y="236524"/>
                </a:lnTo>
                <a:lnTo>
                  <a:pt x="503199" y="191681"/>
                </a:lnTo>
                <a:lnTo>
                  <a:pt x="510286" y="156133"/>
                </a:lnTo>
                <a:lnTo>
                  <a:pt x="511175" y="136880"/>
                </a:lnTo>
                <a:close/>
              </a:path>
              <a:path w="2336165" h="276859">
                <a:moveTo>
                  <a:pt x="766330" y="4178"/>
                </a:moveTo>
                <a:lnTo>
                  <a:pt x="728738" y="4178"/>
                </a:lnTo>
                <a:lnTo>
                  <a:pt x="733221" y="238226"/>
                </a:lnTo>
                <a:lnTo>
                  <a:pt x="622731" y="35585"/>
                </a:lnTo>
                <a:lnTo>
                  <a:pt x="605599" y="4178"/>
                </a:lnTo>
                <a:lnTo>
                  <a:pt x="553466" y="4178"/>
                </a:lnTo>
                <a:lnTo>
                  <a:pt x="553466" y="272986"/>
                </a:lnTo>
                <a:lnTo>
                  <a:pt x="590537" y="272986"/>
                </a:lnTo>
                <a:lnTo>
                  <a:pt x="586232" y="37871"/>
                </a:lnTo>
                <a:lnTo>
                  <a:pt x="714463" y="272986"/>
                </a:lnTo>
                <a:lnTo>
                  <a:pt x="766330" y="272986"/>
                </a:lnTo>
                <a:lnTo>
                  <a:pt x="766330" y="240093"/>
                </a:lnTo>
                <a:lnTo>
                  <a:pt x="766330" y="4178"/>
                </a:lnTo>
                <a:close/>
              </a:path>
              <a:path w="2336165" h="276859">
                <a:moveTo>
                  <a:pt x="1036104" y="191884"/>
                </a:moveTo>
                <a:lnTo>
                  <a:pt x="1001725" y="181178"/>
                </a:lnTo>
                <a:lnTo>
                  <a:pt x="996556" y="196138"/>
                </a:lnTo>
                <a:lnTo>
                  <a:pt x="990092" y="208826"/>
                </a:lnTo>
                <a:lnTo>
                  <a:pt x="952119" y="237832"/>
                </a:lnTo>
                <a:lnTo>
                  <a:pt x="927493" y="241312"/>
                </a:lnTo>
                <a:lnTo>
                  <a:pt x="914057" y="240525"/>
                </a:lnTo>
                <a:lnTo>
                  <a:pt x="870940" y="221665"/>
                </a:lnTo>
                <a:lnTo>
                  <a:pt x="846023" y="180352"/>
                </a:lnTo>
                <a:lnTo>
                  <a:pt x="840295" y="137401"/>
                </a:lnTo>
                <a:lnTo>
                  <a:pt x="840930" y="122669"/>
                </a:lnTo>
                <a:lnTo>
                  <a:pt x="850392" y="83883"/>
                </a:lnTo>
                <a:lnTo>
                  <a:pt x="879030" y="48120"/>
                </a:lnTo>
                <a:lnTo>
                  <a:pt x="922451" y="35585"/>
                </a:lnTo>
                <a:lnTo>
                  <a:pt x="930605" y="35979"/>
                </a:lnTo>
                <a:lnTo>
                  <a:pt x="968895" y="49555"/>
                </a:lnTo>
                <a:lnTo>
                  <a:pt x="996848" y="86017"/>
                </a:lnTo>
                <a:lnTo>
                  <a:pt x="1000683" y="97459"/>
                </a:lnTo>
                <a:lnTo>
                  <a:pt x="1034453" y="85369"/>
                </a:lnTo>
                <a:lnTo>
                  <a:pt x="1017473" y="46786"/>
                </a:lnTo>
                <a:lnTo>
                  <a:pt x="975690" y="11455"/>
                </a:lnTo>
                <a:lnTo>
                  <a:pt x="922362" y="0"/>
                </a:lnTo>
                <a:lnTo>
                  <a:pt x="904659" y="1092"/>
                </a:lnTo>
                <a:lnTo>
                  <a:pt x="858481" y="17576"/>
                </a:lnTo>
                <a:lnTo>
                  <a:pt x="824725" y="51574"/>
                </a:lnTo>
                <a:lnTo>
                  <a:pt x="805662" y="99656"/>
                </a:lnTo>
                <a:lnTo>
                  <a:pt x="802005" y="137401"/>
                </a:lnTo>
                <a:lnTo>
                  <a:pt x="802944" y="157467"/>
                </a:lnTo>
                <a:lnTo>
                  <a:pt x="816889" y="210324"/>
                </a:lnTo>
                <a:lnTo>
                  <a:pt x="846607" y="249707"/>
                </a:lnTo>
                <a:lnTo>
                  <a:pt x="890181" y="272440"/>
                </a:lnTo>
                <a:lnTo>
                  <a:pt x="925322" y="276809"/>
                </a:lnTo>
                <a:lnTo>
                  <a:pt x="943724" y="275628"/>
                </a:lnTo>
                <a:lnTo>
                  <a:pt x="993203" y="257327"/>
                </a:lnTo>
                <a:lnTo>
                  <a:pt x="1028649" y="213131"/>
                </a:lnTo>
                <a:lnTo>
                  <a:pt x="1036104" y="191884"/>
                </a:lnTo>
                <a:close/>
              </a:path>
              <a:path w="2336165" h="276859">
                <a:moveTo>
                  <a:pt x="1247394" y="238658"/>
                </a:moveTo>
                <a:lnTo>
                  <a:pt x="1114069" y="238658"/>
                </a:lnTo>
                <a:lnTo>
                  <a:pt x="1114069" y="3708"/>
                </a:lnTo>
                <a:lnTo>
                  <a:pt x="1076998" y="3708"/>
                </a:lnTo>
                <a:lnTo>
                  <a:pt x="1076998" y="238658"/>
                </a:lnTo>
                <a:lnTo>
                  <a:pt x="1076998" y="272948"/>
                </a:lnTo>
                <a:lnTo>
                  <a:pt x="1247394" y="272948"/>
                </a:lnTo>
                <a:lnTo>
                  <a:pt x="1247394" y="238658"/>
                </a:lnTo>
                <a:close/>
              </a:path>
              <a:path w="2336165" h="276859">
                <a:moveTo>
                  <a:pt x="1487881" y="4178"/>
                </a:moveTo>
                <a:lnTo>
                  <a:pt x="1450543" y="4178"/>
                </a:lnTo>
                <a:lnTo>
                  <a:pt x="1450543" y="164033"/>
                </a:lnTo>
                <a:lnTo>
                  <a:pt x="1449489" y="181343"/>
                </a:lnTo>
                <a:lnTo>
                  <a:pt x="1433487" y="221119"/>
                </a:lnTo>
                <a:lnTo>
                  <a:pt x="1398244" y="240296"/>
                </a:lnTo>
                <a:lnTo>
                  <a:pt x="1382153" y="241566"/>
                </a:lnTo>
                <a:lnTo>
                  <a:pt x="1365897" y="240296"/>
                </a:lnTo>
                <a:lnTo>
                  <a:pt x="1330452" y="221119"/>
                </a:lnTo>
                <a:lnTo>
                  <a:pt x="1314551" y="181343"/>
                </a:lnTo>
                <a:lnTo>
                  <a:pt x="1313484" y="164033"/>
                </a:lnTo>
                <a:lnTo>
                  <a:pt x="1313484" y="4178"/>
                </a:lnTo>
                <a:lnTo>
                  <a:pt x="1276413" y="4178"/>
                </a:lnTo>
                <a:lnTo>
                  <a:pt x="1276413" y="166992"/>
                </a:lnTo>
                <a:lnTo>
                  <a:pt x="1278102" y="191109"/>
                </a:lnTo>
                <a:lnTo>
                  <a:pt x="1291590" y="231317"/>
                </a:lnTo>
                <a:lnTo>
                  <a:pt x="1318463" y="260273"/>
                </a:lnTo>
                <a:lnTo>
                  <a:pt x="1357845" y="274980"/>
                </a:lnTo>
                <a:lnTo>
                  <a:pt x="1382153" y="276809"/>
                </a:lnTo>
                <a:lnTo>
                  <a:pt x="1406563" y="274980"/>
                </a:lnTo>
                <a:lnTo>
                  <a:pt x="1445983" y="260324"/>
                </a:lnTo>
                <a:lnTo>
                  <a:pt x="1472755" y="231457"/>
                </a:lnTo>
                <a:lnTo>
                  <a:pt x="1486204" y="191211"/>
                </a:lnTo>
                <a:lnTo>
                  <a:pt x="1487881" y="166992"/>
                </a:lnTo>
                <a:lnTo>
                  <a:pt x="1487881" y="4178"/>
                </a:lnTo>
                <a:close/>
              </a:path>
              <a:path w="2336165" h="276859">
                <a:moveTo>
                  <a:pt x="1717192" y="196062"/>
                </a:moveTo>
                <a:lnTo>
                  <a:pt x="1705051" y="155676"/>
                </a:lnTo>
                <a:lnTo>
                  <a:pt x="1671332" y="133070"/>
                </a:lnTo>
                <a:lnTo>
                  <a:pt x="1608404" y="112344"/>
                </a:lnTo>
                <a:lnTo>
                  <a:pt x="1597279" y="108496"/>
                </a:lnTo>
                <a:lnTo>
                  <a:pt x="1565681" y="83159"/>
                </a:lnTo>
                <a:lnTo>
                  <a:pt x="1565681" y="67259"/>
                </a:lnTo>
                <a:lnTo>
                  <a:pt x="1594954" y="38277"/>
                </a:lnTo>
                <a:lnTo>
                  <a:pt x="1618157" y="35242"/>
                </a:lnTo>
                <a:lnTo>
                  <a:pt x="1629930" y="36004"/>
                </a:lnTo>
                <a:lnTo>
                  <a:pt x="1665376" y="54356"/>
                </a:lnTo>
                <a:lnTo>
                  <a:pt x="1679067" y="83362"/>
                </a:lnTo>
                <a:lnTo>
                  <a:pt x="1713534" y="73698"/>
                </a:lnTo>
                <a:lnTo>
                  <a:pt x="1693951" y="31064"/>
                </a:lnTo>
                <a:lnTo>
                  <a:pt x="1660880" y="8178"/>
                </a:lnTo>
                <a:lnTo>
                  <a:pt x="1619719" y="609"/>
                </a:lnTo>
                <a:lnTo>
                  <a:pt x="1605292" y="1257"/>
                </a:lnTo>
                <a:lnTo>
                  <a:pt x="1559191" y="16522"/>
                </a:lnTo>
                <a:lnTo>
                  <a:pt x="1533423" y="47129"/>
                </a:lnTo>
                <a:lnTo>
                  <a:pt x="1527657" y="75526"/>
                </a:lnTo>
                <a:lnTo>
                  <a:pt x="1528610" y="87960"/>
                </a:lnTo>
                <a:lnTo>
                  <a:pt x="1551597" y="125298"/>
                </a:lnTo>
                <a:lnTo>
                  <a:pt x="1586738" y="142621"/>
                </a:lnTo>
                <a:lnTo>
                  <a:pt x="1628254" y="155854"/>
                </a:lnTo>
                <a:lnTo>
                  <a:pt x="1637906" y="159092"/>
                </a:lnTo>
                <a:lnTo>
                  <a:pt x="1677733" y="184924"/>
                </a:lnTo>
                <a:lnTo>
                  <a:pt x="1679244" y="190576"/>
                </a:lnTo>
                <a:lnTo>
                  <a:pt x="1679244" y="205549"/>
                </a:lnTo>
                <a:lnTo>
                  <a:pt x="1653400" y="235127"/>
                </a:lnTo>
                <a:lnTo>
                  <a:pt x="1623034" y="241046"/>
                </a:lnTo>
                <a:lnTo>
                  <a:pt x="1610423" y="240296"/>
                </a:lnTo>
                <a:lnTo>
                  <a:pt x="1571650" y="221932"/>
                </a:lnTo>
                <a:lnTo>
                  <a:pt x="1556461" y="189699"/>
                </a:lnTo>
                <a:lnTo>
                  <a:pt x="1519466" y="200494"/>
                </a:lnTo>
                <a:lnTo>
                  <a:pt x="1543177" y="247891"/>
                </a:lnTo>
                <a:lnTo>
                  <a:pt x="1586496" y="272008"/>
                </a:lnTo>
                <a:lnTo>
                  <a:pt x="1622336" y="276555"/>
                </a:lnTo>
                <a:lnTo>
                  <a:pt x="1635925" y="275907"/>
                </a:lnTo>
                <a:lnTo>
                  <a:pt x="1681911" y="260642"/>
                </a:lnTo>
                <a:lnTo>
                  <a:pt x="1710436" y="228142"/>
                </a:lnTo>
                <a:lnTo>
                  <a:pt x="1716443" y="207340"/>
                </a:lnTo>
                <a:lnTo>
                  <a:pt x="1717192" y="196062"/>
                </a:lnTo>
                <a:close/>
              </a:path>
              <a:path w="2336165" h="276859">
                <a:moveTo>
                  <a:pt x="1792465" y="4178"/>
                </a:moveTo>
                <a:lnTo>
                  <a:pt x="1755394" y="4178"/>
                </a:lnTo>
                <a:lnTo>
                  <a:pt x="1755394" y="272986"/>
                </a:lnTo>
                <a:lnTo>
                  <a:pt x="1792465" y="272986"/>
                </a:lnTo>
                <a:lnTo>
                  <a:pt x="1792465" y="4178"/>
                </a:lnTo>
                <a:close/>
              </a:path>
              <a:path w="2336165" h="276859">
                <a:moveTo>
                  <a:pt x="2080679" y="136880"/>
                </a:moveTo>
                <a:lnTo>
                  <a:pt x="2079777" y="118491"/>
                </a:lnTo>
                <a:lnTo>
                  <a:pt x="2079764" y="118351"/>
                </a:lnTo>
                <a:lnTo>
                  <a:pt x="2077072" y="100812"/>
                </a:lnTo>
                <a:lnTo>
                  <a:pt x="2077008" y="100596"/>
                </a:lnTo>
                <a:lnTo>
                  <a:pt x="2072551" y="83934"/>
                </a:lnTo>
                <a:lnTo>
                  <a:pt x="2072462" y="83705"/>
                </a:lnTo>
                <a:lnTo>
                  <a:pt x="2066239" y="67868"/>
                </a:lnTo>
                <a:lnTo>
                  <a:pt x="2066137" y="67703"/>
                </a:lnTo>
                <a:lnTo>
                  <a:pt x="2059724" y="55803"/>
                </a:lnTo>
                <a:lnTo>
                  <a:pt x="2058149" y="52920"/>
                </a:lnTo>
                <a:lnTo>
                  <a:pt x="2048510" y="39763"/>
                </a:lnTo>
                <a:lnTo>
                  <a:pt x="2044585" y="35763"/>
                </a:lnTo>
                <a:lnTo>
                  <a:pt x="2042744" y="33883"/>
                </a:lnTo>
                <a:lnTo>
                  <a:pt x="2042744" y="136880"/>
                </a:lnTo>
                <a:lnTo>
                  <a:pt x="2042134" y="151828"/>
                </a:lnTo>
                <a:lnTo>
                  <a:pt x="2032990" y="191185"/>
                </a:lnTo>
                <a:lnTo>
                  <a:pt x="2027478" y="202412"/>
                </a:lnTo>
                <a:lnTo>
                  <a:pt x="2021027" y="212051"/>
                </a:lnTo>
                <a:lnTo>
                  <a:pt x="1983714" y="237744"/>
                </a:lnTo>
                <a:lnTo>
                  <a:pt x="1959114" y="241046"/>
                </a:lnTo>
                <a:lnTo>
                  <a:pt x="1946224" y="240220"/>
                </a:lnTo>
                <a:lnTo>
                  <a:pt x="1904758" y="220776"/>
                </a:lnTo>
                <a:lnTo>
                  <a:pt x="1890369" y="202247"/>
                </a:lnTo>
                <a:lnTo>
                  <a:pt x="1884934" y="191185"/>
                </a:lnTo>
                <a:lnTo>
                  <a:pt x="1880654" y="178981"/>
                </a:lnTo>
                <a:lnTo>
                  <a:pt x="1877593" y="165862"/>
                </a:lnTo>
                <a:lnTo>
                  <a:pt x="1875751" y="151828"/>
                </a:lnTo>
                <a:lnTo>
                  <a:pt x="1875129" y="136880"/>
                </a:lnTo>
                <a:lnTo>
                  <a:pt x="1875751" y="122656"/>
                </a:lnTo>
                <a:lnTo>
                  <a:pt x="1884972" y="84670"/>
                </a:lnTo>
                <a:lnTo>
                  <a:pt x="1913597" y="48729"/>
                </a:lnTo>
                <a:lnTo>
                  <a:pt x="1959114" y="35763"/>
                </a:lnTo>
                <a:lnTo>
                  <a:pt x="1971890" y="36576"/>
                </a:lnTo>
                <a:lnTo>
                  <a:pt x="2013077" y="55803"/>
                </a:lnTo>
                <a:lnTo>
                  <a:pt x="2037156" y="96545"/>
                </a:lnTo>
                <a:lnTo>
                  <a:pt x="2042744" y="136880"/>
                </a:lnTo>
                <a:lnTo>
                  <a:pt x="2042744" y="33883"/>
                </a:lnTo>
                <a:lnTo>
                  <a:pt x="2009762" y="10274"/>
                </a:lnTo>
                <a:lnTo>
                  <a:pt x="1959114" y="0"/>
                </a:lnTo>
                <a:lnTo>
                  <a:pt x="1940852" y="1143"/>
                </a:lnTo>
                <a:lnTo>
                  <a:pt x="1893582" y="18275"/>
                </a:lnTo>
                <a:lnTo>
                  <a:pt x="1859470" y="52920"/>
                </a:lnTo>
                <a:lnTo>
                  <a:pt x="1840471" y="100596"/>
                </a:lnTo>
                <a:lnTo>
                  <a:pt x="1840445" y="100812"/>
                </a:lnTo>
                <a:lnTo>
                  <a:pt x="1837753" y="118351"/>
                </a:lnTo>
                <a:lnTo>
                  <a:pt x="1837740" y="118491"/>
                </a:lnTo>
                <a:lnTo>
                  <a:pt x="1836851" y="136880"/>
                </a:lnTo>
                <a:lnTo>
                  <a:pt x="1837740" y="156133"/>
                </a:lnTo>
                <a:lnTo>
                  <a:pt x="1851202" y="208064"/>
                </a:lnTo>
                <a:lnTo>
                  <a:pt x="1880235" y="248272"/>
                </a:lnTo>
                <a:lnTo>
                  <a:pt x="1923580" y="272199"/>
                </a:lnTo>
                <a:lnTo>
                  <a:pt x="1959114" y="276809"/>
                </a:lnTo>
                <a:lnTo>
                  <a:pt x="1977364" y="275666"/>
                </a:lnTo>
                <a:lnTo>
                  <a:pt x="2024557" y="258368"/>
                </a:lnTo>
                <a:lnTo>
                  <a:pt x="2044547" y="241046"/>
                </a:lnTo>
                <a:lnTo>
                  <a:pt x="2048916" y="236524"/>
                </a:lnTo>
                <a:lnTo>
                  <a:pt x="2072703" y="191681"/>
                </a:lnTo>
                <a:lnTo>
                  <a:pt x="2079802" y="156133"/>
                </a:lnTo>
                <a:lnTo>
                  <a:pt x="2080679" y="136880"/>
                </a:lnTo>
                <a:close/>
              </a:path>
              <a:path w="2336165" h="276859">
                <a:moveTo>
                  <a:pt x="2335834" y="4178"/>
                </a:moveTo>
                <a:lnTo>
                  <a:pt x="2298242" y="4178"/>
                </a:lnTo>
                <a:lnTo>
                  <a:pt x="2302726" y="238226"/>
                </a:lnTo>
                <a:lnTo>
                  <a:pt x="2192236" y="35585"/>
                </a:lnTo>
                <a:lnTo>
                  <a:pt x="2175103" y="4178"/>
                </a:lnTo>
                <a:lnTo>
                  <a:pt x="2122970" y="4178"/>
                </a:lnTo>
                <a:lnTo>
                  <a:pt x="2122970" y="272986"/>
                </a:lnTo>
                <a:lnTo>
                  <a:pt x="2160054" y="272986"/>
                </a:lnTo>
                <a:lnTo>
                  <a:pt x="2155736" y="37871"/>
                </a:lnTo>
                <a:lnTo>
                  <a:pt x="2283968" y="272986"/>
                </a:lnTo>
                <a:lnTo>
                  <a:pt x="2335834" y="272986"/>
                </a:lnTo>
                <a:lnTo>
                  <a:pt x="2335834" y="240093"/>
                </a:lnTo>
                <a:lnTo>
                  <a:pt x="2335834" y="4178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9605" y="1716986"/>
            <a:ext cx="7677784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spc="204" dirty="0">
                <a:solidFill>
                  <a:srgbClr val="1B2A24"/>
                </a:solidFill>
                <a:latin typeface="Arial"/>
                <a:cs typeface="Arial"/>
              </a:rPr>
              <a:t>his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proj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ec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9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ppli</a:t>
            </a:r>
            <a:r>
              <a:rPr sz="1500" spc="-9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stru</a:t>
            </a:r>
            <a:r>
              <a:rPr sz="1500" spc="-35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tur</a:t>
            </a:r>
            <a:r>
              <a:rPr sz="1500" spc="-35" dirty="0">
                <a:solidFill>
                  <a:srgbClr val="1B2A24"/>
                </a:solidFill>
                <a:latin typeface="Arial"/>
                <a:cs typeface="Arial"/>
              </a:rPr>
              <a:t>ed</a:t>
            </a:r>
            <a:r>
              <a:rPr sz="1450" spc="-35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450" spc="50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da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450" spc="-55" dirty="0">
                <a:solidFill>
                  <a:srgbClr val="1B2A24"/>
                </a:solidFill>
                <a:latin typeface="Calibri"/>
                <a:cs typeface="Calibri"/>
              </a:rPr>
              <a:t>-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riv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ppro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ac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h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un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de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rst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p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rson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sp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ing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be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h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vior</a:t>
            </a:r>
            <a:r>
              <a:rPr sz="1450" spc="-45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9605" y="2116317"/>
            <a:ext cx="7741920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95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00" spc="-95" dirty="0">
                <a:solidFill>
                  <a:srgbClr val="1B2A24"/>
                </a:solidFill>
                <a:latin typeface="Arial"/>
                <a:cs typeface="Arial"/>
              </a:rPr>
              <a:t>ea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ning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lyzing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l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tr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ns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ac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tion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will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v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ea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p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tt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rns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not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visi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b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through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m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nu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25" dirty="0">
                <a:solidFill>
                  <a:srgbClr val="1B2A24"/>
                </a:solidFill>
                <a:latin typeface="Arial"/>
                <a:cs typeface="Arial"/>
              </a:rPr>
              <a:t>tr</a:t>
            </a:r>
            <a:r>
              <a:rPr sz="1500" spc="-25" dirty="0">
                <a:solidFill>
                  <a:srgbClr val="1B2A24"/>
                </a:solidFill>
                <a:latin typeface="Arial"/>
                <a:cs typeface="Arial"/>
              </a:rPr>
              <a:t>ac</a:t>
            </a:r>
            <a:r>
              <a:rPr sz="1550" spc="-25" dirty="0">
                <a:solidFill>
                  <a:srgbClr val="1B2A24"/>
                </a:solidFill>
                <a:latin typeface="Arial"/>
                <a:cs typeface="Arial"/>
              </a:rPr>
              <a:t>king</a:t>
            </a:r>
            <a:r>
              <a:rPr sz="1450" spc="-25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9605" y="2515649"/>
            <a:ext cx="7477125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V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isu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liz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tion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 will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110" dirty="0">
                <a:solidFill>
                  <a:srgbClr val="1B2A24"/>
                </a:solidFill>
                <a:latin typeface="Arial"/>
                <a:cs typeface="Arial"/>
              </a:rPr>
              <a:t>m</a:t>
            </a:r>
            <a:r>
              <a:rPr sz="1500" spc="-11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10" dirty="0">
                <a:solidFill>
                  <a:srgbClr val="1B2A24"/>
                </a:solidFill>
                <a:latin typeface="Arial"/>
                <a:cs typeface="Arial"/>
              </a:rPr>
              <a:t>k</a:t>
            </a:r>
            <a:r>
              <a:rPr sz="1500" spc="-11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it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ea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sy</a:t>
            </a:r>
            <a:r>
              <a:rPr sz="1550" spc="-10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ee</a:t>
            </a:r>
            <a:r>
              <a:rPr sz="1500" spc="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whi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h 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ca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gori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riv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ov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rsp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ing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ed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u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ced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vings</a:t>
            </a:r>
            <a:r>
              <a:rPr sz="1450" spc="-45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104" y="1724841"/>
            <a:ext cx="7573009" cy="17004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▪</a:t>
            </a:r>
            <a:r>
              <a:rPr lang="en-US" sz="1400" spc="-50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▪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▪</a:t>
            </a:r>
            <a:endParaRPr sz="1400" dirty="0">
              <a:latin typeface="Arial"/>
              <a:cs typeface="Arial"/>
            </a:endParaRPr>
          </a:p>
          <a:p>
            <a:pPr marL="212725" indent="-200025">
              <a:lnSpc>
                <a:spcPct val="100000"/>
              </a:lnSpc>
              <a:spcBef>
                <a:spcPts val="1390"/>
              </a:spcBef>
              <a:buSzPct val="90322"/>
              <a:buChar char="▪"/>
              <a:tabLst>
                <a:tab pos="212725" algn="l"/>
              </a:tabLst>
            </a:pPr>
            <a:r>
              <a:rPr lang="en-US" sz="1550" spc="320" dirty="0">
                <a:solidFill>
                  <a:srgbClr val="1B2A24"/>
                </a:solidFill>
                <a:latin typeface="Arial"/>
                <a:cs typeface="Arial"/>
              </a:rPr>
              <a:t>The</a:t>
            </a:r>
            <a:r>
              <a:rPr sz="1500" spc="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sulting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insights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9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9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7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int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ded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support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mor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7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inform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ed</a:t>
            </a:r>
            <a:r>
              <a:rPr sz="1450" spc="-45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450" spc="30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is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iplin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ed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 b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u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g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ting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35" dirty="0">
                <a:solidFill>
                  <a:srgbClr val="1B2A24"/>
                </a:solidFill>
                <a:latin typeface="Arial"/>
                <a:cs typeface="Arial"/>
              </a:rPr>
              <a:t>dec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isions</a:t>
            </a:r>
            <a:r>
              <a:rPr sz="1450" spc="-35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 dirty="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701" y="122682"/>
            <a:ext cx="962405" cy="96240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9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7469" y="582396"/>
            <a:ext cx="902335" cy="273685"/>
          </a:xfrm>
          <a:custGeom>
            <a:avLst/>
            <a:gdLst/>
            <a:ahLst/>
            <a:cxnLst/>
            <a:rect l="l" t="t" r="r" b="b"/>
            <a:pathLst>
              <a:path w="902335" h="273684">
                <a:moveTo>
                  <a:pt x="174053" y="0"/>
                </a:moveTo>
                <a:lnTo>
                  <a:pt x="0" y="0"/>
                </a:lnTo>
                <a:lnTo>
                  <a:pt x="0" y="35560"/>
                </a:lnTo>
                <a:lnTo>
                  <a:pt x="0" y="116840"/>
                </a:lnTo>
                <a:lnTo>
                  <a:pt x="0" y="151130"/>
                </a:lnTo>
                <a:lnTo>
                  <a:pt x="0" y="269240"/>
                </a:lnTo>
                <a:lnTo>
                  <a:pt x="37071" y="269240"/>
                </a:lnTo>
                <a:lnTo>
                  <a:pt x="37071" y="151130"/>
                </a:lnTo>
                <a:lnTo>
                  <a:pt x="163004" y="151130"/>
                </a:lnTo>
                <a:lnTo>
                  <a:pt x="163004" y="116840"/>
                </a:lnTo>
                <a:lnTo>
                  <a:pt x="37071" y="116840"/>
                </a:lnTo>
                <a:lnTo>
                  <a:pt x="37071" y="35560"/>
                </a:lnTo>
                <a:lnTo>
                  <a:pt x="174053" y="35560"/>
                </a:lnTo>
                <a:lnTo>
                  <a:pt x="174053" y="0"/>
                </a:lnTo>
                <a:close/>
              </a:path>
              <a:path w="902335" h="273684">
                <a:moveTo>
                  <a:pt x="423113" y="469"/>
                </a:moveTo>
                <a:lnTo>
                  <a:pt x="385775" y="469"/>
                </a:lnTo>
                <a:lnTo>
                  <a:pt x="385775" y="160337"/>
                </a:lnTo>
                <a:lnTo>
                  <a:pt x="384708" y="177634"/>
                </a:lnTo>
                <a:lnTo>
                  <a:pt x="368719" y="217424"/>
                </a:lnTo>
                <a:lnTo>
                  <a:pt x="333476" y="236588"/>
                </a:lnTo>
                <a:lnTo>
                  <a:pt x="317373" y="237871"/>
                </a:lnTo>
                <a:lnTo>
                  <a:pt x="301129" y="236588"/>
                </a:lnTo>
                <a:lnTo>
                  <a:pt x="265684" y="217424"/>
                </a:lnTo>
                <a:lnTo>
                  <a:pt x="249770" y="177634"/>
                </a:lnTo>
                <a:lnTo>
                  <a:pt x="248716" y="160337"/>
                </a:lnTo>
                <a:lnTo>
                  <a:pt x="248716" y="469"/>
                </a:lnTo>
                <a:lnTo>
                  <a:pt x="211645" y="469"/>
                </a:lnTo>
                <a:lnTo>
                  <a:pt x="211645" y="163283"/>
                </a:lnTo>
                <a:lnTo>
                  <a:pt x="213334" y="187401"/>
                </a:lnTo>
                <a:lnTo>
                  <a:pt x="226822" y="227609"/>
                </a:lnTo>
                <a:lnTo>
                  <a:pt x="253695" y="256565"/>
                </a:lnTo>
                <a:lnTo>
                  <a:pt x="293065" y="271272"/>
                </a:lnTo>
                <a:lnTo>
                  <a:pt x="317373" y="273113"/>
                </a:lnTo>
                <a:lnTo>
                  <a:pt x="341782" y="271284"/>
                </a:lnTo>
                <a:lnTo>
                  <a:pt x="381203" y="256616"/>
                </a:lnTo>
                <a:lnTo>
                  <a:pt x="407987" y="227761"/>
                </a:lnTo>
                <a:lnTo>
                  <a:pt x="421424" y="187515"/>
                </a:lnTo>
                <a:lnTo>
                  <a:pt x="423113" y="163283"/>
                </a:lnTo>
                <a:lnTo>
                  <a:pt x="423113" y="469"/>
                </a:lnTo>
                <a:close/>
              </a:path>
              <a:path w="902335" h="273684">
                <a:moveTo>
                  <a:pt x="662508" y="0"/>
                </a:moveTo>
                <a:lnTo>
                  <a:pt x="451040" y="0"/>
                </a:lnTo>
                <a:lnTo>
                  <a:pt x="451040" y="35560"/>
                </a:lnTo>
                <a:lnTo>
                  <a:pt x="538238" y="35560"/>
                </a:lnTo>
                <a:lnTo>
                  <a:pt x="538238" y="269240"/>
                </a:lnTo>
                <a:lnTo>
                  <a:pt x="575576" y="269240"/>
                </a:lnTo>
                <a:lnTo>
                  <a:pt x="575576" y="35560"/>
                </a:lnTo>
                <a:lnTo>
                  <a:pt x="662508" y="35560"/>
                </a:lnTo>
                <a:lnTo>
                  <a:pt x="662508" y="0"/>
                </a:lnTo>
                <a:close/>
              </a:path>
              <a:path w="902335" h="273684">
                <a:moveTo>
                  <a:pt x="902081" y="469"/>
                </a:moveTo>
                <a:lnTo>
                  <a:pt x="864755" y="469"/>
                </a:lnTo>
                <a:lnTo>
                  <a:pt x="864755" y="160337"/>
                </a:lnTo>
                <a:lnTo>
                  <a:pt x="863688" y="177634"/>
                </a:lnTo>
                <a:lnTo>
                  <a:pt x="847699" y="217424"/>
                </a:lnTo>
                <a:lnTo>
                  <a:pt x="812457" y="236588"/>
                </a:lnTo>
                <a:lnTo>
                  <a:pt x="796353" y="237871"/>
                </a:lnTo>
                <a:lnTo>
                  <a:pt x="780097" y="236588"/>
                </a:lnTo>
                <a:lnTo>
                  <a:pt x="744664" y="217424"/>
                </a:lnTo>
                <a:lnTo>
                  <a:pt x="728751" y="177634"/>
                </a:lnTo>
                <a:lnTo>
                  <a:pt x="727697" y="160337"/>
                </a:lnTo>
                <a:lnTo>
                  <a:pt x="727697" y="469"/>
                </a:lnTo>
                <a:lnTo>
                  <a:pt x="690613" y="469"/>
                </a:lnTo>
                <a:lnTo>
                  <a:pt x="690613" y="163283"/>
                </a:lnTo>
                <a:lnTo>
                  <a:pt x="692302" y="187401"/>
                </a:lnTo>
                <a:lnTo>
                  <a:pt x="705789" y="227609"/>
                </a:lnTo>
                <a:lnTo>
                  <a:pt x="732663" y="256565"/>
                </a:lnTo>
                <a:lnTo>
                  <a:pt x="772045" y="271272"/>
                </a:lnTo>
                <a:lnTo>
                  <a:pt x="796353" y="273113"/>
                </a:lnTo>
                <a:lnTo>
                  <a:pt x="820762" y="271284"/>
                </a:lnTo>
                <a:lnTo>
                  <a:pt x="860183" y="256616"/>
                </a:lnTo>
                <a:lnTo>
                  <a:pt x="886955" y="227761"/>
                </a:lnTo>
                <a:lnTo>
                  <a:pt x="900404" y="187515"/>
                </a:lnTo>
                <a:lnTo>
                  <a:pt x="902081" y="163283"/>
                </a:lnTo>
                <a:lnTo>
                  <a:pt x="902081" y="469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94280" y="582396"/>
            <a:ext cx="412750" cy="269875"/>
          </a:xfrm>
          <a:custGeom>
            <a:avLst/>
            <a:gdLst/>
            <a:ahLst/>
            <a:cxnLst/>
            <a:rect l="l" t="t" r="r" b="b"/>
            <a:pathLst>
              <a:path w="412750" h="269875">
                <a:moveTo>
                  <a:pt x="199631" y="269278"/>
                </a:moveTo>
                <a:lnTo>
                  <a:pt x="186055" y="211239"/>
                </a:lnTo>
                <a:lnTo>
                  <a:pt x="184924" y="206197"/>
                </a:lnTo>
                <a:lnTo>
                  <a:pt x="182524" y="197104"/>
                </a:lnTo>
                <a:lnTo>
                  <a:pt x="168313" y="161544"/>
                </a:lnTo>
                <a:lnTo>
                  <a:pt x="168186" y="161378"/>
                </a:lnTo>
                <a:lnTo>
                  <a:pt x="164668" y="156324"/>
                </a:lnTo>
                <a:lnTo>
                  <a:pt x="138836" y="140296"/>
                </a:lnTo>
                <a:lnTo>
                  <a:pt x="142341" y="139966"/>
                </a:lnTo>
                <a:lnTo>
                  <a:pt x="177622" y="123431"/>
                </a:lnTo>
                <a:lnTo>
                  <a:pt x="192760" y="78003"/>
                </a:lnTo>
                <a:lnTo>
                  <a:pt x="191960" y="65824"/>
                </a:lnTo>
                <a:lnTo>
                  <a:pt x="189547" y="54597"/>
                </a:lnTo>
                <a:lnTo>
                  <a:pt x="185521" y="44335"/>
                </a:lnTo>
                <a:lnTo>
                  <a:pt x="180035" y="35280"/>
                </a:lnTo>
                <a:lnTo>
                  <a:pt x="179882" y="35013"/>
                </a:lnTo>
                <a:lnTo>
                  <a:pt x="172948" y="26733"/>
                </a:lnTo>
                <a:lnTo>
                  <a:pt x="164960" y="19608"/>
                </a:lnTo>
                <a:lnTo>
                  <a:pt x="155892" y="13677"/>
                </a:lnTo>
                <a:lnTo>
                  <a:pt x="154813" y="13182"/>
                </a:lnTo>
                <a:lnTo>
                  <a:pt x="154813" y="79057"/>
                </a:lnTo>
                <a:lnTo>
                  <a:pt x="153873" y="89611"/>
                </a:lnTo>
                <a:lnTo>
                  <a:pt x="121831" y="119126"/>
                </a:lnTo>
                <a:lnTo>
                  <a:pt x="98425" y="121602"/>
                </a:lnTo>
                <a:lnTo>
                  <a:pt x="37071" y="121602"/>
                </a:lnTo>
                <a:lnTo>
                  <a:pt x="37071" y="35280"/>
                </a:lnTo>
                <a:lnTo>
                  <a:pt x="96253" y="35280"/>
                </a:lnTo>
                <a:lnTo>
                  <a:pt x="139242" y="45631"/>
                </a:lnTo>
                <a:lnTo>
                  <a:pt x="154813" y="79057"/>
                </a:lnTo>
                <a:lnTo>
                  <a:pt x="154813" y="13182"/>
                </a:lnTo>
                <a:lnTo>
                  <a:pt x="111150" y="1003"/>
                </a:lnTo>
                <a:lnTo>
                  <a:pt x="98425" y="469"/>
                </a:lnTo>
                <a:lnTo>
                  <a:pt x="0" y="469"/>
                </a:lnTo>
                <a:lnTo>
                  <a:pt x="0" y="269278"/>
                </a:lnTo>
                <a:lnTo>
                  <a:pt x="37071" y="269278"/>
                </a:lnTo>
                <a:lnTo>
                  <a:pt x="37071" y="156324"/>
                </a:lnTo>
                <a:lnTo>
                  <a:pt x="104609" y="156324"/>
                </a:lnTo>
                <a:lnTo>
                  <a:pt x="135674" y="178600"/>
                </a:lnTo>
                <a:lnTo>
                  <a:pt x="160731" y="269278"/>
                </a:lnTo>
                <a:lnTo>
                  <a:pt x="199631" y="269278"/>
                </a:lnTo>
                <a:close/>
              </a:path>
              <a:path w="412750" h="269875">
                <a:moveTo>
                  <a:pt x="412673" y="0"/>
                </a:moveTo>
                <a:lnTo>
                  <a:pt x="233921" y="0"/>
                </a:lnTo>
                <a:lnTo>
                  <a:pt x="233921" y="35560"/>
                </a:lnTo>
                <a:lnTo>
                  <a:pt x="233921" y="110490"/>
                </a:lnTo>
                <a:lnTo>
                  <a:pt x="233921" y="146050"/>
                </a:lnTo>
                <a:lnTo>
                  <a:pt x="233921" y="234950"/>
                </a:lnTo>
                <a:lnTo>
                  <a:pt x="233921" y="269240"/>
                </a:lnTo>
                <a:lnTo>
                  <a:pt x="412673" y="269240"/>
                </a:lnTo>
                <a:lnTo>
                  <a:pt x="412673" y="234950"/>
                </a:lnTo>
                <a:lnTo>
                  <a:pt x="271513" y="234950"/>
                </a:lnTo>
                <a:lnTo>
                  <a:pt x="271513" y="146050"/>
                </a:lnTo>
                <a:lnTo>
                  <a:pt x="402399" y="146050"/>
                </a:lnTo>
                <a:lnTo>
                  <a:pt x="402399" y="110490"/>
                </a:lnTo>
                <a:lnTo>
                  <a:pt x="271513" y="110490"/>
                </a:lnTo>
                <a:lnTo>
                  <a:pt x="271513" y="35560"/>
                </a:lnTo>
                <a:lnTo>
                  <a:pt x="412673" y="35560"/>
                </a:lnTo>
                <a:lnTo>
                  <a:pt x="412673" y="0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26956" y="578687"/>
            <a:ext cx="1194435" cy="276860"/>
          </a:xfrm>
          <a:custGeom>
            <a:avLst/>
            <a:gdLst/>
            <a:ahLst/>
            <a:cxnLst/>
            <a:rect l="l" t="t" r="r" b="b"/>
            <a:pathLst>
              <a:path w="1194435" h="276859">
                <a:moveTo>
                  <a:pt x="197713" y="196062"/>
                </a:moveTo>
                <a:lnTo>
                  <a:pt x="185585" y="155689"/>
                </a:lnTo>
                <a:lnTo>
                  <a:pt x="151853" y="133083"/>
                </a:lnTo>
                <a:lnTo>
                  <a:pt x="88938" y="112344"/>
                </a:lnTo>
                <a:lnTo>
                  <a:pt x="77812" y="108508"/>
                </a:lnTo>
                <a:lnTo>
                  <a:pt x="46202" y="83172"/>
                </a:lnTo>
                <a:lnTo>
                  <a:pt x="46202" y="67271"/>
                </a:lnTo>
                <a:lnTo>
                  <a:pt x="75476" y="38277"/>
                </a:lnTo>
                <a:lnTo>
                  <a:pt x="98679" y="35242"/>
                </a:lnTo>
                <a:lnTo>
                  <a:pt x="110451" y="36017"/>
                </a:lnTo>
                <a:lnTo>
                  <a:pt x="145910" y="54356"/>
                </a:lnTo>
                <a:lnTo>
                  <a:pt x="159600" y="83375"/>
                </a:lnTo>
                <a:lnTo>
                  <a:pt x="194056" y="73710"/>
                </a:lnTo>
                <a:lnTo>
                  <a:pt x="174472" y="31064"/>
                </a:lnTo>
                <a:lnTo>
                  <a:pt x="141414" y="8178"/>
                </a:lnTo>
                <a:lnTo>
                  <a:pt x="100253" y="609"/>
                </a:lnTo>
                <a:lnTo>
                  <a:pt x="85813" y="1257"/>
                </a:lnTo>
                <a:lnTo>
                  <a:pt x="39725" y="16535"/>
                </a:lnTo>
                <a:lnTo>
                  <a:pt x="13957" y="47129"/>
                </a:lnTo>
                <a:lnTo>
                  <a:pt x="8178" y="75539"/>
                </a:lnTo>
                <a:lnTo>
                  <a:pt x="9144" y="87960"/>
                </a:lnTo>
                <a:lnTo>
                  <a:pt x="32118" y="125298"/>
                </a:lnTo>
                <a:lnTo>
                  <a:pt x="67271" y="142633"/>
                </a:lnTo>
                <a:lnTo>
                  <a:pt x="108775" y="155854"/>
                </a:lnTo>
                <a:lnTo>
                  <a:pt x="118427" y="159105"/>
                </a:lnTo>
                <a:lnTo>
                  <a:pt x="158267" y="184924"/>
                </a:lnTo>
                <a:lnTo>
                  <a:pt x="159766" y="190576"/>
                </a:lnTo>
                <a:lnTo>
                  <a:pt x="159766" y="205549"/>
                </a:lnTo>
                <a:lnTo>
                  <a:pt x="133921" y="235140"/>
                </a:lnTo>
                <a:lnTo>
                  <a:pt x="103555" y="241058"/>
                </a:lnTo>
                <a:lnTo>
                  <a:pt x="90944" y="240296"/>
                </a:lnTo>
                <a:lnTo>
                  <a:pt x="52171" y="221932"/>
                </a:lnTo>
                <a:lnTo>
                  <a:pt x="36982" y="189712"/>
                </a:lnTo>
                <a:lnTo>
                  <a:pt x="0" y="200507"/>
                </a:lnTo>
                <a:lnTo>
                  <a:pt x="23710" y="247904"/>
                </a:lnTo>
                <a:lnTo>
                  <a:pt x="67030" y="272008"/>
                </a:lnTo>
                <a:lnTo>
                  <a:pt x="102857" y="276555"/>
                </a:lnTo>
                <a:lnTo>
                  <a:pt x="116459" y="275920"/>
                </a:lnTo>
                <a:lnTo>
                  <a:pt x="162433" y="260654"/>
                </a:lnTo>
                <a:lnTo>
                  <a:pt x="190957" y="228142"/>
                </a:lnTo>
                <a:lnTo>
                  <a:pt x="196964" y="207340"/>
                </a:lnTo>
                <a:lnTo>
                  <a:pt x="197713" y="196062"/>
                </a:lnTo>
                <a:close/>
              </a:path>
              <a:path w="1194435" h="276859">
                <a:moveTo>
                  <a:pt x="462356" y="191884"/>
                </a:moveTo>
                <a:lnTo>
                  <a:pt x="427977" y="181178"/>
                </a:lnTo>
                <a:lnTo>
                  <a:pt x="422808" y="196151"/>
                </a:lnTo>
                <a:lnTo>
                  <a:pt x="416331" y="208838"/>
                </a:lnTo>
                <a:lnTo>
                  <a:pt x="378371" y="237832"/>
                </a:lnTo>
                <a:lnTo>
                  <a:pt x="353745" y="241312"/>
                </a:lnTo>
                <a:lnTo>
                  <a:pt x="340309" y="240525"/>
                </a:lnTo>
                <a:lnTo>
                  <a:pt x="297192" y="221678"/>
                </a:lnTo>
                <a:lnTo>
                  <a:pt x="272275" y="180352"/>
                </a:lnTo>
                <a:lnTo>
                  <a:pt x="266547" y="137414"/>
                </a:lnTo>
                <a:lnTo>
                  <a:pt x="267182" y="122682"/>
                </a:lnTo>
                <a:lnTo>
                  <a:pt x="276644" y="83896"/>
                </a:lnTo>
                <a:lnTo>
                  <a:pt x="305269" y="48120"/>
                </a:lnTo>
                <a:lnTo>
                  <a:pt x="348703" y="35598"/>
                </a:lnTo>
                <a:lnTo>
                  <a:pt x="356857" y="35979"/>
                </a:lnTo>
                <a:lnTo>
                  <a:pt x="395147" y="49555"/>
                </a:lnTo>
                <a:lnTo>
                  <a:pt x="423100" y="86029"/>
                </a:lnTo>
                <a:lnTo>
                  <a:pt x="426935" y="97472"/>
                </a:lnTo>
                <a:lnTo>
                  <a:pt x="460692" y="85369"/>
                </a:lnTo>
                <a:lnTo>
                  <a:pt x="443725" y="46799"/>
                </a:lnTo>
                <a:lnTo>
                  <a:pt x="401929" y="11455"/>
                </a:lnTo>
                <a:lnTo>
                  <a:pt x="348615" y="0"/>
                </a:lnTo>
                <a:lnTo>
                  <a:pt x="330911" y="1104"/>
                </a:lnTo>
                <a:lnTo>
                  <a:pt x="284734" y="17576"/>
                </a:lnTo>
                <a:lnTo>
                  <a:pt x="250977" y="51587"/>
                </a:lnTo>
                <a:lnTo>
                  <a:pt x="231914" y="99669"/>
                </a:lnTo>
                <a:lnTo>
                  <a:pt x="228257" y="137414"/>
                </a:lnTo>
                <a:lnTo>
                  <a:pt x="229184" y="157467"/>
                </a:lnTo>
                <a:lnTo>
                  <a:pt x="243141" y="210337"/>
                </a:lnTo>
                <a:lnTo>
                  <a:pt x="272846" y="249707"/>
                </a:lnTo>
                <a:lnTo>
                  <a:pt x="316433" y="272453"/>
                </a:lnTo>
                <a:lnTo>
                  <a:pt x="351574" y="276821"/>
                </a:lnTo>
                <a:lnTo>
                  <a:pt x="369976" y="275640"/>
                </a:lnTo>
                <a:lnTo>
                  <a:pt x="419442" y="257327"/>
                </a:lnTo>
                <a:lnTo>
                  <a:pt x="454901" y="213144"/>
                </a:lnTo>
                <a:lnTo>
                  <a:pt x="462356" y="191884"/>
                </a:lnTo>
                <a:close/>
              </a:path>
              <a:path w="1194435" h="276859">
                <a:moveTo>
                  <a:pt x="739432" y="136893"/>
                </a:moveTo>
                <a:lnTo>
                  <a:pt x="738530" y="118491"/>
                </a:lnTo>
                <a:lnTo>
                  <a:pt x="738505" y="118351"/>
                </a:lnTo>
                <a:lnTo>
                  <a:pt x="735825" y="100812"/>
                </a:lnTo>
                <a:lnTo>
                  <a:pt x="735761" y="100596"/>
                </a:lnTo>
                <a:lnTo>
                  <a:pt x="731304" y="83947"/>
                </a:lnTo>
                <a:lnTo>
                  <a:pt x="731215" y="83718"/>
                </a:lnTo>
                <a:lnTo>
                  <a:pt x="724992" y="67881"/>
                </a:lnTo>
                <a:lnTo>
                  <a:pt x="724890" y="67703"/>
                </a:lnTo>
                <a:lnTo>
                  <a:pt x="718477" y="55816"/>
                </a:lnTo>
                <a:lnTo>
                  <a:pt x="716902" y="52933"/>
                </a:lnTo>
                <a:lnTo>
                  <a:pt x="707263" y="39776"/>
                </a:lnTo>
                <a:lnTo>
                  <a:pt x="703338" y="35763"/>
                </a:lnTo>
                <a:lnTo>
                  <a:pt x="701484" y="33870"/>
                </a:lnTo>
                <a:lnTo>
                  <a:pt x="701484" y="136893"/>
                </a:lnTo>
                <a:lnTo>
                  <a:pt x="700887" y="151841"/>
                </a:lnTo>
                <a:lnTo>
                  <a:pt x="691743" y="191185"/>
                </a:lnTo>
                <a:lnTo>
                  <a:pt x="663206" y="227825"/>
                </a:lnTo>
                <a:lnTo>
                  <a:pt x="617867" y="241058"/>
                </a:lnTo>
                <a:lnTo>
                  <a:pt x="604977" y="240233"/>
                </a:lnTo>
                <a:lnTo>
                  <a:pt x="563511" y="220776"/>
                </a:lnTo>
                <a:lnTo>
                  <a:pt x="539407" y="178981"/>
                </a:lnTo>
                <a:lnTo>
                  <a:pt x="533882" y="136893"/>
                </a:lnTo>
                <a:lnTo>
                  <a:pt x="534504" y="122656"/>
                </a:lnTo>
                <a:lnTo>
                  <a:pt x="543712" y="84670"/>
                </a:lnTo>
                <a:lnTo>
                  <a:pt x="572350" y="48729"/>
                </a:lnTo>
                <a:lnTo>
                  <a:pt x="617867" y="35763"/>
                </a:lnTo>
                <a:lnTo>
                  <a:pt x="630643" y="36576"/>
                </a:lnTo>
                <a:lnTo>
                  <a:pt x="671830" y="55816"/>
                </a:lnTo>
                <a:lnTo>
                  <a:pt x="695909" y="96558"/>
                </a:lnTo>
                <a:lnTo>
                  <a:pt x="701484" y="136893"/>
                </a:lnTo>
                <a:lnTo>
                  <a:pt x="701484" y="33870"/>
                </a:lnTo>
                <a:lnTo>
                  <a:pt x="668502" y="10287"/>
                </a:lnTo>
                <a:lnTo>
                  <a:pt x="617867" y="0"/>
                </a:lnTo>
                <a:lnTo>
                  <a:pt x="599605" y="1143"/>
                </a:lnTo>
                <a:lnTo>
                  <a:pt x="552335" y="18275"/>
                </a:lnTo>
                <a:lnTo>
                  <a:pt x="518210" y="52933"/>
                </a:lnTo>
                <a:lnTo>
                  <a:pt x="510057" y="67881"/>
                </a:lnTo>
                <a:lnTo>
                  <a:pt x="503770" y="83718"/>
                </a:lnTo>
                <a:lnTo>
                  <a:pt x="503707" y="83947"/>
                </a:lnTo>
                <a:lnTo>
                  <a:pt x="499224" y="100596"/>
                </a:lnTo>
                <a:lnTo>
                  <a:pt x="499198" y="100812"/>
                </a:lnTo>
                <a:lnTo>
                  <a:pt x="496506" y="118351"/>
                </a:lnTo>
                <a:lnTo>
                  <a:pt x="496493" y="118491"/>
                </a:lnTo>
                <a:lnTo>
                  <a:pt x="495592" y="136893"/>
                </a:lnTo>
                <a:lnTo>
                  <a:pt x="496493" y="156133"/>
                </a:lnTo>
                <a:lnTo>
                  <a:pt x="509955" y="208076"/>
                </a:lnTo>
                <a:lnTo>
                  <a:pt x="538975" y="248272"/>
                </a:lnTo>
                <a:lnTo>
                  <a:pt x="582333" y="272211"/>
                </a:lnTo>
                <a:lnTo>
                  <a:pt x="617867" y="276821"/>
                </a:lnTo>
                <a:lnTo>
                  <a:pt x="636117" y="275666"/>
                </a:lnTo>
                <a:lnTo>
                  <a:pt x="683298" y="258368"/>
                </a:lnTo>
                <a:lnTo>
                  <a:pt x="717308" y="223126"/>
                </a:lnTo>
                <a:lnTo>
                  <a:pt x="735888" y="174371"/>
                </a:lnTo>
                <a:lnTo>
                  <a:pt x="738543" y="156133"/>
                </a:lnTo>
                <a:lnTo>
                  <a:pt x="739432" y="136893"/>
                </a:lnTo>
                <a:close/>
              </a:path>
              <a:path w="1194435" h="276859">
                <a:moveTo>
                  <a:pt x="976744" y="88506"/>
                </a:moveTo>
                <a:lnTo>
                  <a:pt x="963688" y="41516"/>
                </a:lnTo>
                <a:lnTo>
                  <a:pt x="961694" y="38989"/>
                </a:lnTo>
                <a:lnTo>
                  <a:pt x="956665" y="32600"/>
                </a:lnTo>
                <a:lnTo>
                  <a:pt x="948550" y="24930"/>
                </a:lnTo>
                <a:lnTo>
                  <a:pt x="939342" y="18503"/>
                </a:lnTo>
                <a:lnTo>
                  <a:pt x="938453" y="18059"/>
                </a:lnTo>
                <a:lnTo>
                  <a:pt x="938453" y="89547"/>
                </a:lnTo>
                <a:lnTo>
                  <a:pt x="937463" y="101600"/>
                </a:lnTo>
                <a:lnTo>
                  <a:pt x="913612" y="133197"/>
                </a:lnTo>
                <a:lnTo>
                  <a:pt x="873531" y="140195"/>
                </a:lnTo>
                <a:lnTo>
                  <a:pt x="818794" y="140195"/>
                </a:lnTo>
                <a:lnTo>
                  <a:pt x="818794" y="38989"/>
                </a:lnTo>
                <a:lnTo>
                  <a:pt x="878497" y="38989"/>
                </a:lnTo>
                <a:lnTo>
                  <a:pt x="923048" y="51777"/>
                </a:lnTo>
                <a:lnTo>
                  <a:pt x="938453" y="89547"/>
                </a:lnTo>
                <a:lnTo>
                  <a:pt x="938453" y="18059"/>
                </a:lnTo>
                <a:lnTo>
                  <a:pt x="894524" y="4749"/>
                </a:lnTo>
                <a:lnTo>
                  <a:pt x="882065" y="4178"/>
                </a:lnTo>
                <a:lnTo>
                  <a:pt x="781723" y="4178"/>
                </a:lnTo>
                <a:lnTo>
                  <a:pt x="781723" y="272986"/>
                </a:lnTo>
                <a:lnTo>
                  <a:pt x="818794" y="272986"/>
                </a:lnTo>
                <a:lnTo>
                  <a:pt x="818794" y="175793"/>
                </a:lnTo>
                <a:lnTo>
                  <a:pt x="877455" y="175437"/>
                </a:lnTo>
                <a:lnTo>
                  <a:pt x="916089" y="170027"/>
                </a:lnTo>
                <a:lnTo>
                  <a:pt x="956081" y="146456"/>
                </a:lnTo>
                <a:lnTo>
                  <a:pt x="961059" y="140195"/>
                </a:lnTo>
                <a:lnTo>
                  <a:pt x="963345" y="137325"/>
                </a:lnTo>
                <a:lnTo>
                  <a:pt x="969200" y="126898"/>
                </a:lnTo>
                <a:lnTo>
                  <a:pt x="973391" y="115290"/>
                </a:lnTo>
                <a:lnTo>
                  <a:pt x="975906" y="102489"/>
                </a:lnTo>
                <a:lnTo>
                  <a:pt x="975956" y="101600"/>
                </a:lnTo>
                <a:lnTo>
                  <a:pt x="976744" y="88506"/>
                </a:lnTo>
                <a:close/>
              </a:path>
              <a:path w="1194435" h="276859">
                <a:moveTo>
                  <a:pt x="1194384" y="3708"/>
                </a:moveTo>
                <a:lnTo>
                  <a:pt x="1015644" y="3708"/>
                </a:lnTo>
                <a:lnTo>
                  <a:pt x="1015644" y="39268"/>
                </a:lnTo>
                <a:lnTo>
                  <a:pt x="1015644" y="114198"/>
                </a:lnTo>
                <a:lnTo>
                  <a:pt x="1015644" y="149758"/>
                </a:lnTo>
                <a:lnTo>
                  <a:pt x="1015644" y="238658"/>
                </a:lnTo>
                <a:lnTo>
                  <a:pt x="1015644" y="272948"/>
                </a:lnTo>
                <a:lnTo>
                  <a:pt x="1194384" y="272948"/>
                </a:lnTo>
                <a:lnTo>
                  <a:pt x="1194384" y="238658"/>
                </a:lnTo>
                <a:lnTo>
                  <a:pt x="1053236" y="238658"/>
                </a:lnTo>
                <a:lnTo>
                  <a:pt x="1053236" y="149758"/>
                </a:lnTo>
                <a:lnTo>
                  <a:pt x="1184122" y="149758"/>
                </a:lnTo>
                <a:lnTo>
                  <a:pt x="1184122" y="114198"/>
                </a:lnTo>
                <a:lnTo>
                  <a:pt x="1053236" y="114198"/>
                </a:lnTo>
                <a:lnTo>
                  <a:pt x="1053236" y="39268"/>
                </a:lnTo>
                <a:lnTo>
                  <a:pt x="1194384" y="39268"/>
                </a:lnTo>
                <a:lnTo>
                  <a:pt x="1194384" y="3708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09605" y="1955916"/>
            <a:ext cx="5139055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pply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m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ac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hin</a:t>
            </a:r>
            <a:r>
              <a:rPr sz="1500" spc="-9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rning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mo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de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ls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pr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ed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i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futur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monthly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vings</a:t>
            </a:r>
            <a:r>
              <a:rPr sz="1450" spc="-55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104" y="1556585"/>
            <a:ext cx="6625590" cy="14452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2725" indent="-200025">
              <a:lnSpc>
                <a:spcPct val="100000"/>
              </a:lnSpc>
              <a:spcBef>
                <a:spcPts val="90"/>
              </a:spcBef>
              <a:buSzPct val="93333"/>
              <a:buChar char="▪"/>
              <a:tabLst>
                <a:tab pos="212725" algn="l"/>
              </a:tabLst>
            </a:pP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I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nt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gr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3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ea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l</a:t>
            </a:r>
            <a:r>
              <a:rPr sz="1450" spc="-50" dirty="0">
                <a:solidFill>
                  <a:srgbClr val="1B2A24"/>
                </a:solidFill>
                <a:latin typeface="Calibri"/>
                <a:cs typeface="Calibri"/>
              </a:rPr>
              <a:t>-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tim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ba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nk</a:t>
            </a:r>
            <a:r>
              <a:rPr sz="1450" spc="-100" dirty="0">
                <a:solidFill>
                  <a:srgbClr val="1B2A24"/>
                </a:solidFill>
                <a:latin typeface="Calibri"/>
                <a:cs typeface="Calibri"/>
              </a:rPr>
              <a:t>/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UPI</a:t>
            </a:r>
            <a:r>
              <a:rPr sz="1500" spc="-9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tr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ns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ac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tion 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f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eed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for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60" dirty="0">
                <a:solidFill>
                  <a:srgbClr val="1B2A24"/>
                </a:solidFill>
                <a:latin typeface="Arial"/>
                <a:cs typeface="Arial"/>
              </a:rPr>
              <a:t>ontinuous</a:t>
            </a:r>
            <a:r>
              <a:rPr sz="1450" spc="-60" dirty="0">
                <a:solidFill>
                  <a:srgbClr val="1B2A24"/>
                </a:solidFill>
                <a:latin typeface="Calibri"/>
                <a:cs typeface="Calibri"/>
              </a:rPr>
              <a:t>,</a:t>
            </a:r>
            <a:r>
              <a:rPr sz="1450" spc="15" dirty="0">
                <a:solidFill>
                  <a:srgbClr val="1B2A24"/>
                </a:solidFill>
                <a:latin typeface="Calibri"/>
                <a:cs typeface="Calibri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up</a:t>
            </a:r>
            <a:r>
              <a:rPr sz="1450" spc="-30" dirty="0">
                <a:solidFill>
                  <a:srgbClr val="1B2A24"/>
                </a:solidFill>
                <a:latin typeface="Calibri"/>
                <a:cs typeface="Calibri"/>
              </a:rPr>
              <a:t>-</a:t>
            </a:r>
            <a:r>
              <a:rPr sz="155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450" dirty="0">
                <a:solidFill>
                  <a:srgbClr val="1B2A24"/>
                </a:solidFill>
                <a:latin typeface="Calibri"/>
                <a:cs typeface="Calibri"/>
              </a:rPr>
              <a:t>-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da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55" dirty="0">
                <a:solidFill>
                  <a:srgbClr val="1B2A24"/>
                </a:solidFill>
                <a:latin typeface="Arial"/>
                <a:cs typeface="Arial"/>
              </a:rPr>
              <a:t>lysis</a:t>
            </a:r>
            <a:r>
              <a:rPr sz="1450" spc="-55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▪</a:t>
            </a:r>
            <a:endParaRPr sz="1400">
              <a:latin typeface="Arial"/>
              <a:cs typeface="Arial"/>
            </a:endParaRPr>
          </a:p>
          <a:p>
            <a:pPr marL="212725" indent="-200025">
              <a:lnSpc>
                <a:spcPct val="100000"/>
              </a:lnSpc>
              <a:spcBef>
                <a:spcPts val="1390"/>
              </a:spcBef>
              <a:buSzPct val="93333"/>
              <a:buChar char="▪"/>
              <a:tabLst>
                <a:tab pos="212725" algn="l"/>
              </a:tabLst>
            </a:pP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B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uil</a:t>
            </a:r>
            <a:r>
              <a:rPr sz="1500" spc="-8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00" spc="-6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2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2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utom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ed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b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u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g</a:t>
            </a:r>
            <a:r>
              <a:rPr sz="1500" spc="-5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t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ec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omm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65" dirty="0">
                <a:solidFill>
                  <a:srgbClr val="1B2A24"/>
                </a:solidFill>
                <a:latin typeface="Arial"/>
                <a:cs typeface="Arial"/>
              </a:rPr>
              <a:t>da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tion</a:t>
            </a:r>
            <a:r>
              <a:rPr sz="1550" spc="-4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syst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m</a:t>
            </a:r>
            <a:r>
              <a:rPr sz="1550" spc="-2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ba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s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ed</a:t>
            </a:r>
            <a:r>
              <a:rPr sz="1500" spc="-5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85" dirty="0">
                <a:solidFill>
                  <a:srgbClr val="1B2A24"/>
                </a:solidFill>
                <a:latin typeface="Arial"/>
                <a:cs typeface="Arial"/>
              </a:rPr>
              <a:t>on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sp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ing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25" dirty="0">
                <a:solidFill>
                  <a:srgbClr val="1B2A24"/>
                </a:solidFill>
                <a:latin typeface="Arial"/>
                <a:cs typeface="Arial"/>
              </a:rPr>
              <a:t>p</a:t>
            </a:r>
            <a:r>
              <a:rPr sz="1500" spc="-2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25" dirty="0">
                <a:solidFill>
                  <a:srgbClr val="1B2A24"/>
                </a:solidFill>
                <a:latin typeface="Arial"/>
                <a:cs typeface="Arial"/>
              </a:rPr>
              <a:t>tt</a:t>
            </a:r>
            <a:r>
              <a:rPr sz="1500" spc="-2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25" dirty="0">
                <a:solidFill>
                  <a:srgbClr val="1B2A24"/>
                </a:solidFill>
                <a:latin typeface="Arial"/>
                <a:cs typeface="Arial"/>
              </a:rPr>
              <a:t>rns</a:t>
            </a:r>
            <a:r>
              <a:rPr sz="1450" spc="-25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1400" spc="-50" dirty="0">
                <a:solidFill>
                  <a:srgbClr val="1B2A24"/>
                </a:solidFill>
                <a:latin typeface="Arial"/>
                <a:cs typeface="Arial"/>
              </a:rPr>
              <a:t>▪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9605" y="2754580"/>
            <a:ext cx="6558915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xt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d 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th</a:t>
            </a:r>
            <a:r>
              <a:rPr sz="1500" spc="-4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10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100" dirty="0">
                <a:solidFill>
                  <a:srgbClr val="1B2A24"/>
                </a:solidFill>
                <a:latin typeface="Arial"/>
                <a:cs typeface="Arial"/>
              </a:rPr>
              <a:t>lysis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1B2A24"/>
                </a:solidFill>
                <a:latin typeface="Arial"/>
                <a:cs typeface="Arial"/>
              </a:rPr>
              <a:t>to</a:t>
            </a:r>
            <a:r>
              <a:rPr sz="1550" spc="-9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c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omp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r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sp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n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d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ing</a:t>
            </a:r>
            <a:r>
              <a:rPr sz="1550" spc="-9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be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h</a:t>
            </a:r>
            <a:r>
              <a:rPr sz="1500" spc="-75" dirty="0">
                <a:solidFill>
                  <a:srgbClr val="1B2A24"/>
                </a:solidFill>
                <a:latin typeface="Arial"/>
                <a:cs typeface="Arial"/>
              </a:rPr>
              <a:t>a</a:t>
            </a:r>
            <a:r>
              <a:rPr sz="1550" spc="-75" dirty="0">
                <a:solidFill>
                  <a:srgbClr val="1B2A24"/>
                </a:solidFill>
                <a:latin typeface="Arial"/>
                <a:cs typeface="Arial"/>
              </a:rPr>
              <a:t>vior</a:t>
            </a:r>
            <a:r>
              <a:rPr sz="1550" spc="-4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1B2A24"/>
                </a:solidFill>
                <a:latin typeface="Arial"/>
                <a:cs typeface="Arial"/>
              </a:rPr>
              <a:t>ac</a:t>
            </a:r>
            <a:r>
              <a:rPr sz="1550" spc="-80" dirty="0">
                <a:solidFill>
                  <a:srgbClr val="1B2A24"/>
                </a:solidFill>
                <a:latin typeface="Arial"/>
                <a:cs typeface="Arial"/>
              </a:rPr>
              <a:t>ross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multipl</a:t>
            </a:r>
            <a:r>
              <a:rPr sz="1500" spc="-70" dirty="0">
                <a:solidFill>
                  <a:srgbClr val="1B2A24"/>
                </a:solidFill>
                <a:latin typeface="Arial"/>
                <a:cs typeface="Arial"/>
              </a:rPr>
              <a:t>e</a:t>
            </a:r>
            <a:r>
              <a:rPr sz="1500" spc="4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70" dirty="0">
                <a:solidFill>
                  <a:srgbClr val="1B2A24"/>
                </a:solidFill>
                <a:latin typeface="Arial"/>
                <a:cs typeface="Arial"/>
              </a:rPr>
              <a:t>months</a:t>
            </a:r>
            <a:r>
              <a:rPr sz="1550" spc="-65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35" dirty="0">
                <a:solidFill>
                  <a:srgbClr val="1B2A24"/>
                </a:solidFill>
                <a:latin typeface="Arial"/>
                <a:cs typeface="Arial"/>
              </a:rPr>
              <a:t>or</a:t>
            </a:r>
            <a:r>
              <a:rPr sz="1550" spc="-50" dirty="0">
                <a:solidFill>
                  <a:srgbClr val="1B2A24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1B2A24"/>
                </a:solidFill>
                <a:latin typeface="Arial"/>
                <a:cs typeface="Arial"/>
              </a:rPr>
              <a:t>y</a:t>
            </a:r>
            <a:r>
              <a:rPr sz="1500" spc="-20" dirty="0">
                <a:solidFill>
                  <a:srgbClr val="1B2A24"/>
                </a:solidFill>
                <a:latin typeface="Arial"/>
                <a:cs typeface="Arial"/>
              </a:rPr>
              <a:t>ea</a:t>
            </a:r>
            <a:r>
              <a:rPr sz="1550" spc="-20" dirty="0">
                <a:solidFill>
                  <a:srgbClr val="1B2A24"/>
                </a:solidFill>
                <a:latin typeface="Arial"/>
                <a:cs typeface="Arial"/>
              </a:rPr>
              <a:t>rs</a:t>
            </a:r>
            <a:r>
              <a:rPr sz="1450" spc="-20" dirty="0">
                <a:solidFill>
                  <a:srgbClr val="1B2A24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701" y="122682"/>
            <a:ext cx="962405" cy="96240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9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56342" y="2769184"/>
            <a:ext cx="317500" cy="402590"/>
          </a:xfrm>
          <a:custGeom>
            <a:avLst/>
            <a:gdLst/>
            <a:ahLst/>
            <a:cxnLst/>
            <a:rect l="l" t="t" r="r" b="b"/>
            <a:pathLst>
              <a:path w="317500" h="402589">
                <a:moveTo>
                  <a:pt x="317195" y="0"/>
                </a:moveTo>
                <a:lnTo>
                  <a:pt x="0" y="0"/>
                </a:lnTo>
                <a:lnTo>
                  <a:pt x="0" y="52070"/>
                </a:lnTo>
                <a:lnTo>
                  <a:pt x="130784" y="52070"/>
                </a:lnTo>
                <a:lnTo>
                  <a:pt x="130784" y="402590"/>
                </a:lnTo>
                <a:lnTo>
                  <a:pt x="186791" y="402590"/>
                </a:lnTo>
                <a:lnTo>
                  <a:pt x="186791" y="52070"/>
                </a:lnTo>
                <a:lnTo>
                  <a:pt x="317195" y="52070"/>
                </a:lnTo>
                <a:lnTo>
                  <a:pt x="317195" y="0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6844" y="2769179"/>
            <a:ext cx="55880" cy="163830"/>
          </a:xfrm>
          <a:custGeom>
            <a:avLst/>
            <a:gdLst/>
            <a:ahLst/>
            <a:cxnLst/>
            <a:rect l="l" t="t" r="r" b="b"/>
            <a:pathLst>
              <a:path w="55879" h="163830">
                <a:moveTo>
                  <a:pt x="0" y="0"/>
                </a:moveTo>
                <a:lnTo>
                  <a:pt x="55607" y="0"/>
                </a:lnTo>
                <a:lnTo>
                  <a:pt x="55607" y="163830"/>
                </a:lnTo>
                <a:lnTo>
                  <a:pt x="0" y="163830"/>
                </a:lnTo>
                <a:lnTo>
                  <a:pt x="0" y="0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26839" y="2768955"/>
            <a:ext cx="732790" cy="403225"/>
          </a:xfrm>
          <a:custGeom>
            <a:avLst/>
            <a:gdLst/>
            <a:ahLst/>
            <a:cxnLst/>
            <a:rect l="l" t="t" r="r" b="b"/>
            <a:pathLst>
              <a:path w="732789" h="403225">
                <a:moveTo>
                  <a:pt x="313016" y="228"/>
                </a:moveTo>
                <a:lnTo>
                  <a:pt x="257022" y="228"/>
                </a:lnTo>
                <a:lnTo>
                  <a:pt x="257022" y="164058"/>
                </a:lnTo>
                <a:lnTo>
                  <a:pt x="0" y="164058"/>
                </a:lnTo>
                <a:lnTo>
                  <a:pt x="0" y="217398"/>
                </a:lnTo>
                <a:lnTo>
                  <a:pt x="0" y="402818"/>
                </a:lnTo>
                <a:lnTo>
                  <a:pt x="55600" y="402818"/>
                </a:lnTo>
                <a:lnTo>
                  <a:pt x="55600" y="217398"/>
                </a:lnTo>
                <a:lnTo>
                  <a:pt x="257022" y="217398"/>
                </a:lnTo>
                <a:lnTo>
                  <a:pt x="257022" y="402818"/>
                </a:lnTo>
                <a:lnTo>
                  <a:pt x="313016" y="402818"/>
                </a:lnTo>
                <a:lnTo>
                  <a:pt x="313016" y="217398"/>
                </a:lnTo>
                <a:lnTo>
                  <a:pt x="313016" y="164058"/>
                </a:lnTo>
                <a:lnTo>
                  <a:pt x="313016" y="228"/>
                </a:lnTo>
                <a:close/>
              </a:path>
              <a:path w="732789" h="403225">
                <a:moveTo>
                  <a:pt x="732383" y="403225"/>
                </a:moveTo>
                <a:lnTo>
                  <a:pt x="687489" y="287832"/>
                </a:lnTo>
                <a:lnTo>
                  <a:pt x="667270" y="235877"/>
                </a:lnTo>
                <a:lnTo>
                  <a:pt x="611200" y="91795"/>
                </a:lnTo>
                <a:lnTo>
                  <a:pt x="611200" y="235877"/>
                </a:lnTo>
                <a:lnTo>
                  <a:pt x="477786" y="235877"/>
                </a:lnTo>
                <a:lnTo>
                  <a:pt x="544220" y="50939"/>
                </a:lnTo>
                <a:lnTo>
                  <a:pt x="611200" y="235877"/>
                </a:lnTo>
                <a:lnTo>
                  <a:pt x="611200" y="91795"/>
                </a:lnTo>
                <a:lnTo>
                  <a:pt x="594525" y="48945"/>
                </a:lnTo>
                <a:lnTo>
                  <a:pt x="575487" y="0"/>
                </a:lnTo>
                <a:lnTo>
                  <a:pt x="513473" y="0"/>
                </a:lnTo>
                <a:lnTo>
                  <a:pt x="356831" y="403225"/>
                </a:lnTo>
                <a:lnTo>
                  <a:pt x="417664" y="403225"/>
                </a:lnTo>
                <a:lnTo>
                  <a:pt x="459117" y="287832"/>
                </a:lnTo>
                <a:lnTo>
                  <a:pt x="630021" y="287832"/>
                </a:lnTo>
                <a:lnTo>
                  <a:pt x="671817" y="403225"/>
                </a:lnTo>
                <a:lnTo>
                  <a:pt x="732383" y="403225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06571" y="2768950"/>
            <a:ext cx="319405" cy="403225"/>
          </a:xfrm>
          <a:custGeom>
            <a:avLst/>
            <a:gdLst/>
            <a:ahLst/>
            <a:cxnLst/>
            <a:rect l="l" t="t" r="r" b="b"/>
            <a:pathLst>
              <a:path w="319404" h="403225">
                <a:moveTo>
                  <a:pt x="55607" y="403221"/>
                </a:moveTo>
                <a:lnTo>
                  <a:pt x="0" y="403221"/>
                </a:lnTo>
                <a:lnTo>
                  <a:pt x="0" y="0"/>
                </a:lnTo>
                <a:lnTo>
                  <a:pt x="78190" y="0"/>
                </a:lnTo>
                <a:lnTo>
                  <a:pt x="103885" y="47123"/>
                </a:lnTo>
                <a:lnTo>
                  <a:pt x="49081" y="47123"/>
                </a:lnTo>
                <a:lnTo>
                  <a:pt x="47775" y="48036"/>
                </a:lnTo>
                <a:lnTo>
                  <a:pt x="49143" y="50545"/>
                </a:lnTo>
                <a:lnTo>
                  <a:pt x="55607" y="403221"/>
                </a:lnTo>
                <a:close/>
              </a:path>
              <a:path w="319404" h="403225">
                <a:moveTo>
                  <a:pt x="319287" y="353879"/>
                </a:moveTo>
                <a:lnTo>
                  <a:pt x="269684" y="353879"/>
                </a:lnTo>
                <a:lnTo>
                  <a:pt x="270728" y="353096"/>
                </a:lnTo>
                <a:lnTo>
                  <a:pt x="269631" y="351082"/>
                </a:lnTo>
                <a:lnTo>
                  <a:pt x="262896" y="0"/>
                </a:lnTo>
                <a:lnTo>
                  <a:pt x="319287" y="0"/>
                </a:lnTo>
                <a:lnTo>
                  <a:pt x="319287" y="353879"/>
                </a:lnTo>
                <a:close/>
              </a:path>
              <a:path w="319404" h="403225">
                <a:moveTo>
                  <a:pt x="49143" y="50545"/>
                </a:moveTo>
                <a:lnTo>
                  <a:pt x="47775" y="48036"/>
                </a:lnTo>
                <a:lnTo>
                  <a:pt x="49081" y="47123"/>
                </a:lnTo>
                <a:lnTo>
                  <a:pt x="49143" y="50545"/>
                </a:lnTo>
                <a:close/>
              </a:path>
              <a:path w="319404" h="403225">
                <a:moveTo>
                  <a:pt x="319287" y="403221"/>
                </a:moveTo>
                <a:lnTo>
                  <a:pt x="241489" y="403221"/>
                </a:lnTo>
                <a:lnTo>
                  <a:pt x="49143" y="50545"/>
                </a:lnTo>
                <a:lnTo>
                  <a:pt x="49081" y="47123"/>
                </a:lnTo>
                <a:lnTo>
                  <a:pt x="103885" y="47123"/>
                </a:lnTo>
                <a:lnTo>
                  <a:pt x="269631" y="351082"/>
                </a:lnTo>
                <a:lnTo>
                  <a:pt x="269684" y="353879"/>
                </a:lnTo>
                <a:lnTo>
                  <a:pt x="319287" y="353879"/>
                </a:lnTo>
                <a:lnTo>
                  <a:pt x="319287" y="403221"/>
                </a:lnTo>
                <a:close/>
              </a:path>
              <a:path w="319404" h="403225">
                <a:moveTo>
                  <a:pt x="269684" y="353879"/>
                </a:moveTo>
                <a:lnTo>
                  <a:pt x="269631" y="351082"/>
                </a:lnTo>
                <a:lnTo>
                  <a:pt x="270728" y="353096"/>
                </a:lnTo>
                <a:lnTo>
                  <a:pt x="269684" y="353879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07574" y="2768950"/>
            <a:ext cx="314325" cy="403225"/>
          </a:xfrm>
          <a:custGeom>
            <a:avLst/>
            <a:gdLst/>
            <a:ahLst/>
            <a:cxnLst/>
            <a:rect l="l" t="t" r="r" b="b"/>
            <a:pathLst>
              <a:path w="314325" h="403225">
                <a:moveTo>
                  <a:pt x="55477" y="403221"/>
                </a:moveTo>
                <a:lnTo>
                  <a:pt x="0" y="403221"/>
                </a:lnTo>
                <a:lnTo>
                  <a:pt x="0" y="0"/>
                </a:lnTo>
                <a:lnTo>
                  <a:pt x="55477" y="0"/>
                </a:lnTo>
                <a:lnTo>
                  <a:pt x="48793" y="171975"/>
                </a:lnTo>
                <a:lnTo>
                  <a:pt x="47645" y="173088"/>
                </a:lnTo>
                <a:lnTo>
                  <a:pt x="48689" y="174655"/>
                </a:lnTo>
                <a:lnTo>
                  <a:pt x="114905" y="174655"/>
                </a:lnTo>
                <a:lnTo>
                  <a:pt x="97900" y="190189"/>
                </a:lnTo>
                <a:lnTo>
                  <a:pt x="117745" y="209769"/>
                </a:lnTo>
                <a:lnTo>
                  <a:pt x="48689" y="209769"/>
                </a:lnTo>
                <a:lnTo>
                  <a:pt x="47645" y="211335"/>
                </a:lnTo>
                <a:lnTo>
                  <a:pt x="48785" y="212502"/>
                </a:lnTo>
                <a:lnTo>
                  <a:pt x="55477" y="403221"/>
                </a:lnTo>
                <a:close/>
              </a:path>
              <a:path w="314325" h="403225">
                <a:moveTo>
                  <a:pt x="114905" y="174655"/>
                </a:moveTo>
                <a:lnTo>
                  <a:pt x="48689" y="174655"/>
                </a:lnTo>
                <a:lnTo>
                  <a:pt x="48793" y="171975"/>
                </a:lnTo>
                <a:lnTo>
                  <a:pt x="226216" y="0"/>
                </a:lnTo>
                <a:lnTo>
                  <a:pt x="306103" y="0"/>
                </a:lnTo>
                <a:lnTo>
                  <a:pt x="114905" y="174655"/>
                </a:lnTo>
                <a:close/>
              </a:path>
              <a:path w="314325" h="403225">
                <a:moveTo>
                  <a:pt x="48689" y="174655"/>
                </a:moveTo>
                <a:lnTo>
                  <a:pt x="47645" y="173088"/>
                </a:lnTo>
                <a:lnTo>
                  <a:pt x="48793" y="171975"/>
                </a:lnTo>
                <a:lnTo>
                  <a:pt x="48689" y="174655"/>
                </a:lnTo>
                <a:close/>
              </a:path>
              <a:path w="314325" h="403225">
                <a:moveTo>
                  <a:pt x="48785" y="212502"/>
                </a:moveTo>
                <a:lnTo>
                  <a:pt x="47645" y="211335"/>
                </a:lnTo>
                <a:lnTo>
                  <a:pt x="48689" y="209769"/>
                </a:lnTo>
                <a:lnTo>
                  <a:pt x="48785" y="212502"/>
                </a:lnTo>
                <a:close/>
              </a:path>
              <a:path w="314325" h="403225">
                <a:moveTo>
                  <a:pt x="313805" y="403221"/>
                </a:moveTo>
                <a:lnTo>
                  <a:pt x="235092" y="403221"/>
                </a:lnTo>
                <a:lnTo>
                  <a:pt x="48785" y="212502"/>
                </a:lnTo>
                <a:lnTo>
                  <a:pt x="48689" y="209769"/>
                </a:lnTo>
                <a:lnTo>
                  <a:pt x="117745" y="209769"/>
                </a:lnTo>
                <a:lnTo>
                  <a:pt x="313805" y="403221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59831" y="2762694"/>
            <a:ext cx="739775" cy="415290"/>
          </a:xfrm>
          <a:custGeom>
            <a:avLst/>
            <a:gdLst/>
            <a:ahLst/>
            <a:cxnLst/>
            <a:rect l="l" t="t" r="r" b="b"/>
            <a:pathLst>
              <a:path w="739775" h="415289">
                <a:moveTo>
                  <a:pt x="363664" y="6261"/>
                </a:moveTo>
                <a:lnTo>
                  <a:pt x="298132" y="6261"/>
                </a:lnTo>
                <a:lnTo>
                  <a:pt x="181902" y="204317"/>
                </a:lnTo>
                <a:lnTo>
                  <a:pt x="68008" y="6261"/>
                </a:lnTo>
                <a:lnTo>
                  <a:pt x="0" y="6261"/>
                </a:lnTo>
                <a:lnTo>
                  <a:pt x="153504" y="247751"/>
                </a:lnTo>
                <a:lnTo>
                  <a:pt x="153504" y="409486"/>
                </a:lnTo>
                <a:lnTo>
                  <a:pt x="209118" y="409486"/>
                </a:lnTo>
                <a:lnTo>
                  <a:pt x="209118" y="248666"/>
                </a:lnTo>
                <a:lnTo>
                  <a:pt x="236740" y="205333"/>
                </a:lnTo>
                <a:lnTo>
                  <a:pt x="363664" y="6261"/>
                </a:lnTo>
                <a:close/>
              </a:path>
              <a:path w="739775" h="415289">
                <a:moveTo>
                  <a:pt x="739203" y="205333"/>
                </a:moveTo>
                <a:lnTo>
                  <a:pt x="737857" y="177736"/>
                </a:lnTo>
                <a:lnTo>
                  <a:pt x="737831" y="177520"/>
                </a:lnTo>
                <a:lnTo>
                  <a:pt x="733793" y="151218"/>
                </a:lnTo>
                <a:lnTo>
                  <a:pt x="733704" y="150888"/>
                </a:lnTo>
                <a:lnTo>
                  <a:pt x="727024" y="125907"/>
                </a:lnTo>
                <a:lnTo>
                  <a:pt x="705523" y="79540"/>
                </a:lnTo>
                <a:lnTo>
                  <a:pt x="682294" y="50812"/>
                </a:lnTo>
                <a:lnTo>
                  <a:pt x="682294" y="205460"/>
                </a:lnTo>
                <a:lnTo>
                  <a:pt x="681393" y="227749"/>
                </a:lnTo>
                <a:lnTo>
                  <a:pt x="678649" y="248793"/>
                </a:lnTo>
                <a:lnTo>
                  <a:pt x="674077" y="268478"/>
                </a:lnTo>
                <a:lnTo>
                  <a:pt x="667677" y="286778"/>
                </a:lnTo>
                <a:lnTo>
                  <a:pt x="667613" y="286905"/>
                </a:lnTo>
                <a:lnTo>
                  <a:pt x="659574" y="303377"/>
                </a:lnTo>
                <a:lnTo>
                  <a:pt x="624865" y="341731"/>
                </a:lnTo>
                <a:lnTo>
                  <a:pt x="576033" y="360337"/>
                </a:lnTo>
                <a:lnTo>
                  <a:pt x="556856" y="361581"/>
                </a:lnTo>
                <a:lnTo>
                  <a:pt x="537349" y="360337"/>
                </a:lnTo>
                <a:lnTo>
                  <a:pt x="537527" y="360337"/>
                </a:lnTo>
                <a:lnTo>
                  <a:pt x="519506" y="356616"/>
                </a:lnTo>
                <a:lnTo>
                  <a:pt x="519645" y="356616"/>
                </a:lnTo>
                <a:lnTo>
                  <a:pt x="503478" y="350558"/>
                </a:lnTo>
                <a:lnTo>
                  <a:pt x="488581" y="341998"/>
                </a:lnTo>
                <a:lnTo>
                  <a:pt x="475335" y="331165"/>
                </a:lnTo>
                <a:lnTo>
                  <a:pt x="463753" y="318376"/>
                </a:lnTo>
                <a:lnTo>
                  <a:pt x="453859" y="303618"/>
                </a:lnTo>
                <a:lnTo>
                  <a:pt x="453745" y="303377"/>
                </a:lnTo>
                <a:lnTo>
                  <a:pt x="445643" y="286905"/>
                </a:lnTo>
                <a:lnTo>
                  <a:pt x="434568" y="248793"/>
                </a:lnTo>
                <a:lnTo>
                  <a:pt x="430885" y="205333"/>
                </a:lnTo>
                <a:lnTo>
                  <a:pt x="431812" y="183984"/>
                </a:lnTo>
                <a:lnTo>
                  <a:pt x="439191" y="144830"/>
                </a:lnTo>
                <a:lnTo>
                  <a:pt x="463816" y="96227"/>
                </a:lnTo>
                <a:lnTo>
                  <a:pt x="503478" y="64592"/>
                </a:lnTo>
                <a:lnTo>
                  <a:pt x="556856" y="53644"/>
                </a:lnTo>
                <a:lnTo>
                  <a:pt x="576021" y="54864"/>
                </a:lnTo>
                <a:lnTo>
                  <a:pt x="624598" y="73101"/>
                </a:lnTo>
                <a:lnTo>
                  <a:pt x="659206" y="110667"/>
                </a:lnTo>
                <a:lnTo>
                  <a:pt x="678586" y="163817"/>
                </a:lnTo>
                <a:lnTo>
                  <a:pt x="682294" y="205460"/>
                </a:lnTo>
                <a:lnTo>
                  <a:pt x="682294" y="50812"/>
                </a:lnTo>
                <a:lnTo>
                  <a:pt x="632828" y="15417"/>
                </a:lnTo>
                <a:lnTo>
                  <a:pt x="584009" y="1714"/>
                </a:lnTo>
                <a:lnTo>
                  <a:pt x="556856" y="0"/>
                </a:lnTo>
                <a:lnTo>
                  <a:pt x="529463" y="1714"/>
                </a:lnTo>
                <a:lnTo>
                  <a:pt x="480326" y="15417"/>
                </a:lnTo>
                <a:lnTo>
                  <a:pt x="439039" y="42316"/>
                </a:lnTo>
                <a:lnTo>
                  <a:pt x="407390" y="79400"/>
                </a:lnTo>
                <a:lnTo>
                  <a:pt x="395147" y="101815"/>
                </a:lnTo>
                <a:lnTo>
                  <a:pt x="385711" y="125564"/>
                </a:lnTo>
                <a:lnTo>
                  <a:pt x="385622" y="125907"/>
                </a:lnTo>
                <a:lnTo>
                  <a:pt x="378904" y="150888"/>
                </a:lnTo>
                <a:lnTo>
                  <a:pt x="378853" y="151218"/>
                </a:lnTo>
                <a:lnTo>
                  <a:pt x="374815" y="177520"/>
                </a:lnTo>
                <a:lnTo>
                  <a:pt x="374802" y="177736"/>
                </a:lnTo>
                <a:lnTo>
                  <a:pt x="373456" y="205460"/>
                </a:lnTo>
                <a:lnTo>
                  <a:pt x="374802" y="234200"/>
                </a:lnTo>
                <a:lnTo>
                  <a:pt x="385572" y="287528"/>
                </a:lnTo>
                <a:lnTo>
                  <a:pt x="407009" y="334683"/>
                </a:lnTo>
                <a:lnTo>
                  <a:pt x="438531" y="372414"/>
                </a:lnTo>
                <a:lnTo>
                  <a:pt x="479831" y="399656"/>
                </a:lnTo>
                <a:lnTo>
                  <a:pt x="529234" y="413499"/>
                </a:lnTo>
                <a:lnTo>
                  <a:pt x="556856" y="415226"/>
                </a:lnTo>
                <a:lnTo>
                  <a:pt x="584238" y="413499"/>
                </a:lnTo>
                <a:lnTo>
                  <a:pt x="633323" y="399656"/>
                </a:lnTo>
                <a:lnTo>
                  <a:pt x="674560" y="372414"/>
                </a:lnTo>
                <a:lnTo>
                  <a:pt x="706031" y="334683"/>
                </a:lnTo>
                <a:lnTo>
                  <a:pt x="727240" y="287528"/>
                </a:lnTo>
                <a:lnTo>
                  <a:pt x="737882" y="234200"/>
                </a:lnTo>
                <a:lnTo>
                  <a:pt x="739203" y="205333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68060" y="2768950"/>
            <a:ext cx="317500" cy="409575"/>
          </a:xfrm>
          <a:custGeom>
            <a:avLst/>
            <a:gdLst/>
            <a:ahLst/>
            <a:cxnLst/>
            <a:rect l="l" t="t" r="r" b="b"/>
            <a:pathLst>
              <a:path w="317500" h="409575">
                <a:moveTo>
                  <a:pt x="158599" y="408965"/>
                </a:moveTo>
                <a:lnTo>
                  <a:pt x="90297" y="397934"/>
                </a:lnTo>
                <a:lnTo>
                  <a:pt x="40465" y="364844"/>
                </a:lnTo>
                <a:lnTo>
                  <a:pt x="10116" y="312565"/>
                </a:lnTo>
                <a:lnTo>
                  <a:pt x="0" y="244230"/>
                </a:lnTo>
                <a:lnTo>
                  <a:pt x="0" y="0"/>
                </a:lnTo>
                <a:lnTo>
                  <a:pt x="55607" y="0"/>
                </a:lnTo>
                <a:lnTo>
                  <a:pt x="55607" y="239792"/>
                </a:lnTo>
                <a:lnTo>
                  <a:pt x="57198" y="265752"/>
                </a:lnTo>
                <a:lnTo>
                  <a:pt x="69925" y="308567"/>
                </a:lnTo>
                <a:lnTo>
                  <a:pt x="95453" y="338843"/>
                </a:lnTo>
                <a:lnTo>
                  <a:pt x="134222" y="354181"/>
                </a:lnTo>
                <a:lnTo>
                  <a:pt x="158599" y="356098"/>
                </a:lnTo>
                <a:lnTo>
                  <a:pt x="182748" y="354181"/>
                </a:lnTo>
                <a:lnTo>
                  <a:pt x="221256" y="338843"/>
                </a:lnTo>
                <a:lnTo>
                  <a:pt x="246808" y="308567"/>
                </a:lnTo>
                <a:lnTo>
                  <a:pt x="259600" y="265752"/>
                </a:lnTo>
                <a:lnTo>
                  <a:pt x="261199" y="239792"/>
                </a:lnTo>
                <a:lnTo>
                  <a:pt x="261199" y="0"/>
                </a:lnTo>
                <a:lnTo>
                  <a:pt x="317199" y="0"/>
                </a:lnTo>
                <a:lnTo>
                  <a:pt x="317199" y="244230"/>
                </a:lnTo>
                <a:lnTo>
                  <a:pt x="314678" y="280559"/>
                </a:lnTo>
                <a:lnTo>
                  <a:pt x="294510" y="340932"/>
                </a:lnTo>
                <a:lnTo>
                  <a:pt x="254346" y="384220"/>
                </a:lnTo>
                <a:lnTo>
                  <a:pt x="195214" y="406215"/>
                </a:lnTo>
                <a:lnTo>
                  <a:pt x="158599" y="408965"/>
                </a:lnTo>
                <a:close/>
              </a:path>
            </a:pathLst>
          </a:custGeom>
          <a:solidFill>
            <a:srgbClr val="0A3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10802" y="3357467"/>
            <a:ext cx="3448050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i="1" spc="-105" dirty="0">
                <a:solidFill>
                  <a:srgbClr val="5B6B64"/>
                </a:solidFill>
                <a:latin typeface="Arial"/>
                <a:cs typeface="Arial"/>
              </a:rPr>
              <a:t>Pe</a:t>
            </a:r>
            <a:r>
              <a:rPr sz="1400" i="1" spc="-105" dirty="0">
                <a:solidFill>
                  <a:srgbClr val="5B6B64"/>
                </a:solidFill>
                <a:latin typeface="Arial"/>
                <a:cs typeface="Arial"/>
              </a:rPr>
              <a:t>rson</a:t>
            </a:r>
            <a:r>
              <a:rPr sz="1350" i="1" spc="-105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400" i="1" spc="-105" dirty="0">
                <a:solidFill>
                  <a:srgbClr val="5B6B64"/>
                </a:solidFill>
                <a:latin typeface="Arial"/>
                <a:cs typeface="Arial"/>
              </a:rPr>
              <a:t>l</a:t>
            </a:r>
            <a:r>
              <a:rPr sz="1400" i="1" spc="-6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350" i="1" spc="-114" dirty="0">
                <a:solidFill>
                  <a:srgbClr val="5B6B64"/>
                </a:solidFill>
                <a:latin typeface="Arial"/>
                <a:cs typeface="Arial"/>
              </a:rPr>
              <a:t>F</a:t>
            </a:r>
            <a:r>
              <a:rPr sz="1400" i="1" spc="-114" dirty="0">
                <a:solidFill>
                  <a:srgbClr val="5B6B64"/>
                </a:solidFill>
                <a:latin typeface="Arial"/>
                <a:cs typeface="Arial"/>
              </a:rPr>
              <a:t>in</a:t>
            </a:r>
            <a:r>
              <a:rPr sz="1350" i="1" spc="-114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400" i="1" spc="-114" dirty="0">
                <a:solidFill>
                  <a:srgbClr val="5B6B64"/>
                </a:solidFill>
                <a:latin typeface="Arial"/>
                <a:cs typeface="Arial"/>
              </a:rPr>
              <a:t>n</a:t>
            </a:r>
            <a:r>
              <a:rPr sz="1350" i="1" spc="-114" dirty="0">
                <a:solidFill>
                  <a:srgbClr val="5B6B64"/>
                </a:solidFill>
                <a:latin typeface="Arial"/>
                <a:cs typeface="Arial"/>
              </a:rPr>
              <a:t>ce</a:t>
            </a:r>
            <a:r>
              <a:rPr sz="1350" i="1" spc="50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350" i="1" spc="-100" dirty="0">
                <a:solidFill>
                  <a:srgbClr val="5B6B64"/>
                </a:solidFill>
                <a:latin typeface="Arial"/>
                <a:cs typeface="Arial"/>
              </a:rPr>
              <a:t>I</a:t>
            </a:r>
            <a:r>
              <a:rPr sz="1400" i="1" spc="-100" dirty="0">
                <a:solidFill>
                  <a:srgbClr val="5B6B64"/>
                </a:solidFill>
                <a:latin typeface="Arial"/>
                <a:cs typeface="Arial"/>
              </a:rPr>
              <a:t>nsights</a:t>
            </a:r>
            <a:r>
              <a:rPr sz="1400" i="1" spc="-55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5B6B64"/>
                </a:solidFill>
                <a:latin typeface="Calibri"/>
                <a:cs typeface="Calibri"/>
              </a:rPr>
              <a:t>—</a:t>
            </a:r>
            <a:r>
              <a:rPr sz="1300" i="1" spc="40" dirty="0">
                <a:solidFill>
                  <a:srgbClr val="5B6B64"/>
                </a:solidFill>
                <a:latin typeface="Calibri"/>
                <a:cs typeface="Calibri"/>
              </a:rPr>
              <a:t> </a:t>
            </a:r>
            <a:r>
              <a:rPr sz="1350" i="1" spc="-85" dirty="0">
                <a:solidFill>
                  <a:srgbClr val="5B6B64"/>
                </a:solidFill>
                <a:latin typeface="Arial"/>
                <a:cs typeface="Arial"/>
              </a:rPr>
              <a:t>Da</a:t>
            </a:r>
            <a:r>
              <a:rPr sz="1400" i="1" spc="-85" dirty="0">
                <a:solidFill>
                  <a:srgbClr val="5B6B64"/>
                </a:solidFill>
                <a:latin typeface="Arial"/>
                <a:cs typeface="Arial"/>
              </a:rPr>
              <a:t>t</a:t>
            </a:r>
            <a:r>
              <a:rPr sz="1350" i="1" spc="-85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350" i="1" spc="-45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350" i="1" spc="-100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400" i="1" spc="-100" dirty="0">
                <a:solidFill>
                  <a:srgbClr val="5B6B64"/>
                </a:solidFill>
                <a:latin typeface="Arial"/>
                <a:cs typeface="Arial"/>
              </a:rPr>
              <a:t>n</a:t>
            </a:r>
            <a:r>
              <a:rPr sz="1350" i="1" spc="-100" dirty="0">
                <a:solidFill>
                  <a:srgbClr val="5B6B64"/>
                </a:solidFill>
                <a:latin typeface="Arial"/>
                <a:cs typeface="Arial"/>
              </a:rPr>
              <a:t>a</a:t>
            </a:r>
            <a:r>
              <a:rPr sz="1400" i="1" spc="-100" dirty="0">
                <a:solidFill>
                  <a:srgbClr val="5B6B64"/>
                </a:solidFill>
                <a:latin typeface="Arial"/>
                <a:cs typeface="Arial"/>
              </a:rPr>
              <a:t>lysis</a:t>
            </a:r>
            <a:r>
              <a:rPr sz="1400" i="1" spc="-55" dirty="0">
                <a:solidFill>
                  <a:srgbClr val="5B6B64"/>
                </a:solidFill>
                <a:latin typeface="Arial"/>
                <a:cs typeface="Arial"/>
              </a:rPr>
              <a:t> </a:t>
            </a:r>
            <a:r>
              <a:rPr sz="1350" i="1" spc="-10" dirty="0">
                <a:solidFill>
                  <a:srgbClr val="5B6B64"/>
                </a:solidFill>
                <a:latin typeface="Arial"/>
                <a:cs typeface="Arial"/>
              </a:rPr>
              <a:t>P</a:t>
            </a:r>
            <a:r>
              <a:rPr sz="1400" i="1" spc="-10" dirty="0">
                <a:solidFill>
                  <a:srgbClr val="5B6B64"/>
                </a:solidFill>
                <a:latin typeface="Arial"/>
                <a:cs typeface="Arial"/>
              </a:rPr>
              <a:t>roj</a:t>
            </a:r>
            <a:r>
              <a:rPr sz="1350" i="1" spc="-10" dirty="0">
                <a:solidFill>
                  <a:srgbClr val="5B6B64"/>
                </a:solidFill>
                <a:latin typeface="Arial"/>
                <a:cs typeface="Arial"/>
              </a:rPr>
              <a:t>ec</a:t>
            </a:r>
            <a:r>
              <a:rPr sz="1400" i="1" spc="-10" dirty="0">
                <a:solidFill>
                  <a:srgbClr val="5B6B64"/>
                </a:solidFill>
                <a:latin typeface="Arial"/>
                <a:cs typeface="Arial"/>
              </a:rPr>
              <a:t>t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701" y="122682"/>
            <a:ext cx="962405" cy="9624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709</Words>
  <Application>Microsoft Office PowerPoint</Application>
  <PresentationFormat>Custom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HGPGothicE</vt:lpstr>
      <vt:lpstr>Arial</vt:lpstr>
      <vt:lpstr>Calibri</vt:lpstr>
      <vt:lpstr>Times New Roman</vt:lpstr>
      <vt:lpstr>Trebuchet MS</vt:lpstr>
      <vt:lpstr>Office Theme</vt:lpstr>
      <vt:lpstr>A Data Analysis Project on Personal Expense &amp; Saving Behavior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CHARAN</dc:creator>
  <cp:lastModifiedBy>charan Y</cp:lastModifiedBy>
  <cp:revision>1</cp:revision>
  <dcterms:created xsi:type="dcterms:W3CDTF">2026-08-12T09:34:31Z</dcterms:created>
  <dcterms:modified xsi:type="dcterms:W3CDTF">2026-09-29T12:32:03Z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2026-08-12T00:00:00Z</vt:filetime>
  </property>
  <property fmtid="{D5CDD505-2E9C-101B-9397-08002B2CF9AE}" pid="3" name="Producer">
    <vt:lpwstr>Skia/PDF m128</vt:lpwstr>
  </property>
  <property fmtid="{D5CDD505-2E9C-101B-9397-08002B2CF9AE}" pid="4" name="LastSaved">
    <vt:filetime>2026-08-12T00:00:00Z</vt:filetime>
  </property>
</Properties>
</file>